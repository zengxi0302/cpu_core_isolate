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F2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331720"/>
            <a:ext cx="12191695" cy="54864"/>
          </a:xfrm>
          <a:prstGeom prst="roundRect">
            <a:avLst>
              <a:gd name="adj" fmla="val 6000"/>
            </a:avLst>
          </a:prstGeom>
          <a:solidFill>
            <a:srgbClr val="2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9FB4E8"/>
                </a:solidFill>
                <a:latin typeface="Microsoft YaHei"/>
              </a:rPr>
              <a:t>专 利 介 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基于可加载内核模块的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云宿主机 CPU 与内存硬件故障自隔离方法及系统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D26A"/>
                </a:solidFill>
                <a:latin typeface="Microsoft YaHei"/>
              </a:rPr>
              <a:t>把 “整机宕机丢 100 个 VM”  →  “隔离一个核丢 1 个 VM”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3383280" cy="640080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33832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不改内核源码 · 外挂 ko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657600"/>
            <a:ext cx="3383280" cy="640080"/>
          </a:xfrm>
          <a:prstGeom prst="roundRect">
            <a:avLst>
              <a:gd name="adj" fmla="val 6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3657600"/>
            <a:ext cx="33832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无下电隔离 · 绕开 hotplug 死锁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3657600"/>
            <a:ext cx="3383280" cy="640080"/>
          </a:xfrm>
          <a:prstGeom prst="roundRect">
            <a:avLst>
              <a:gd name="adj" fmla="val 6000"/>
            </a:avLst>
          </a:prstGeom>
          <a:solidFill>
            <a:srgbClr val="2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3657600"/>
            <a:ext cx="33832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CPU + 内存双故障域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4DF"/>
                </a:solidFill>
                <a:latin typeface="Microsoft YaHei"/>
              </a:rPr>
              <a:t>实现：cpu_fault_isolate.ko（CFI + MFI）   |   实证：Huawei 2288H V5 + HCE2 物理机   | 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84048"/>
            <a:ext cx="457200" cy="45720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4572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6576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2D5A"/>
                </a:solidFill>
                <a:latin typeface="Microsoft YaHei"/>
              </a:rPr>
              <a:t>问题：单器件故障 → 整机宕机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932688"/>
            <a:ext cx="10058400" cy="2794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</a:rPr>
              <a:t>单台云宿主机承载 </a:t>
            </a:r>
            <a:r>
              <a:rPr sz="1600" b="1">
                <a:solidFill>
                  <a:srgbClr val="C0392B"/>
                </a:solidFill>
                <a:latin typeface="Microsoft YaHei"/>
              </a:rPr>
              <a:t>上百个 VM</a:t>
            </a:r>
            <a:r>
              <a:rPr sz="1600" b="0">
                <a:solidFill>
                  <a:srgbClr val="222222"/>
                </a:solidFill>
                <a:latin typeface="Microsoft YaHei"/>
              </a:rPr>
              <a:t>。任一 CPU 缓存 / TLB / 总线或内存器件出现不可纠正错误（UCE）：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Microsoft YaHei"/>
              </a:rPr>
              <a:t>单核 Cache 1bit 翻转  →  do_machine_check() 早期 mce_panic()  →  整机 panic + kdump + 重启  →  全部 VM 同时掉线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故障爆炸半径被放大到整机；事件在 panic 时刻来不及进入可处置的解码链，丧失“局部隔离、整体存活”的机会。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2D5A"/>
                </a:solidFill>
                <a:latin typeface="Microsoft YaHei"/>
              </a:rPr>
              <a:t>云厂商的现实约束（决定了方案形态）：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机型异构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2496312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Intel / AMD x86 与鲲鹏 arm64 并存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6704" y="3977639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411480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内核碎片化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4617720"/>
            <a:ext cx="2496312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upstream 与 vendor 内核并存，关键符号未导出、无 sysfs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977639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411480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hotplug 不可靠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4617720"/>
            <a:ext cx="2496312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vendor 内核 CPU 热插拔回调链存在硬死锁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2832" y="3977639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42832" y="411480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不能改源码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4617720"/>
            <a:ext cx="2496312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无法为每个内核版本逐一改并重发内核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1106424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2D5A"/>
                </a:solidFill>
                <a:latin typeface="Microsoft YaHei"/>
              </a:rPr>
              <a:t>结论：需要一种以可热插拔 / 可灰度 / 可回滚的外挂内核模块交付、同时覆盖 CPU 与内存、跨架构自适应的硬件故障运行时自隔离方案。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84048"/>
            <a:ext cx="457200" cy="457200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4572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6576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2D5A"/>
                </a:solidFill>
                <a:latin typeface="Microsoft YaHei"/>
              </a:rPr>
              <a:t>现有技术与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932688"/>
            <a:ext cx="10058400" cy="27940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3200400" cy="457200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32004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现有技术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118872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188720"/>
            <a:ext cx="3931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核心做法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18872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188720"/>
            <a:ext cx="3931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与本方案的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91640"/>
            <a:ext cx="305409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2D5A"/>
                </a:solidFill>
                <a:latin typeface="Microsoft YaHei"/>
              </a:rPr>
              <a:t>US 11829265 / 11385974
VM 宿主机内存 UCE 恢复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169164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2" y="1691640"/>
            <a:ext cx="378561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内核内置 MCE handler 识别内核访问 guest 内存的 UCE，通知 VMM 注入模拟 MCE 或迁移 VM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69164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FDF0EE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1691640"/>
            <a:ext cx="378561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Microsoft YaHei"/>
              </a:rPr>
              <a:t>只管内存、不处理 cache/核心；逻辑内嵌内核需定制；不隔离物理核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8036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880360"/>
            <a:ext cx="305409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2D5A"/>
                </a:solidFill>
                <a:latin typeface="Microsoft YaHei"/>
              </a:rPr>
              <a:t>US 12222830 / 11847036 / 11531607
失效从核 CPU 故障隔离（AMP）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94760" y="288036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67912" y="2880360"/>
            <a:ext cx="378561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裸机非对称多处理：NMI→自定义 panic handler→关停 CPU 核→上下文切回主实例恢复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88036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FDF0EE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5552" y="2880360"/>
            <a:ext cx="378561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Microsoft YaHei"/>
              </a:rPr>
              <a:t>面向裸机 AMP 非云宿主机；真关核+上下文切换；不分缓存层级；无 VM 疏散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6908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069080"/>
            <a:ext cx="305409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2D5A"/>
                </a:solidFill>
                <a:latin typeface="Microsoft YaHei"/>
              </a:rPr>
              <a:t>内核既有原语
mce_tolerant / CEC / hotplug / isolcpus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406908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7912" y="4069080"/>
            <a:ext cx="378561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纠错与隔离的孤立单点能力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406908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FDF0EE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45552" y="4069080"/>
            <a:ext cx="3785616" cy="1143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Microsoft YaHei"/>
              </a:rPr>
              <a:t>isolcpus 仅启动期静态；CEC 仅 x86、无上报；hotplug 在 vendor 内核死锁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F2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GAP：无人将“外挂 ko 运行时抑制 panic + 接管 + 按缓存拓扑分级隔离核 + 无下电绕开死锁 + 白名单落点甄别 + CPU/内存双域跨架构”整合为端到端方案。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>
              <a:gd name="adj" fmla="val 6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84048"/>
            <a:ext cx="457200" cy="457200"/>
          </a:xfrm>
          <a:prstGeom prst="roundRect">
            <a:avLst>
              <a:gd name="adj" fmla="val 6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4572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6576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2D5A"/>
                </a:solidFill>
                <a:latin typeface="Microsoft YaHei"/>
              </a:rPr>
              <a:t>创新点：六大机制有机组合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932688"/>
            <a:ext cx="10058400" cy="27940"/>
          </a:xfrm>
          <a:prstGeom prst="roundRect">
            <a:avLst>
              <a:gd name="adj" fmla="val 6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53212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118872" cy="1554480"/>
          </a:xfrm>
          <a:prstGeom prst="roundRect">
            <a:avLst>
              <a:gd name="adj" fmla="val 6000"/>
            </a:avLst>
          </a:prstGeom>
          <a:solidFill>
            <a:srgbClr val="2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298448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BC8"/>
                </a:solidFill>
                <a:latin typeface="Microsoft YaHei"/>
              </a:rPr>
              <a:t>1  运行时 panic 抑制 + 接管接力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755648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kprobe 直写未导出 mce_tolerant，致命 MCE 退化为“记录+返回”回流解码链，模块接管分类隔离；双层 panic 兜底，卸载完整回滚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188720"/>
            <a:ext cx="553212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188720"/>
            <a:ext cx="118872" cy="1554480"/>
          </a:xfrm>
          <a:prstGeom prst="roundRect">
            <a:avLst>
              <a:gd name="adj" fmla="val 6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298448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8E3E"/>
                </a:solidFill>
                <a:latin typeface="Microsoft YaHei"/>
              </a:rPr>
              <a:t>2  三档隔离 + 无下电隔离模式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755648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full/inactive/soft 按内核能力自适应；inactive 清 cpu_active_mask + 迁 IRQ，CPU 在线但调度/中断不可见，绕开 hotplug 死锁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0360"/>
            <a:ext cx="553212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2880360"/>
            <a:ext cx="118872" cy="1554480"/>
          </a:xfrm>
          <a:prstGeom prst="roundRect">
            <a:avLst>
              <a:gd name="adj" fmla="val 6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990088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3FA0"/>
                </a:solidFill>
                <a:latin typeface="Microsoft YaHei"/>
              </a:rPr>
              <a:t>3  按缓存物理拓扑分级决策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447288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L1/L2/TLB/总线 per-core → 隔离该核；L3/LLC socket 共享 → 仅记账上报交 daemon，避免误伤健康核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880360"/>
            <a:ext cx="553212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2880360"/>
            <a:ext cx="118872" cy="1554480"/>
          </a:xfrm>
          <a:prstGeom prst="roundRect">
            <a:avLst>
              <a:gd name="adj" fmla="val 6000"/>
            </a:avLst>
          </a:prstGeom>
          <a:solidFill>
            <a:srgbClr val="2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990088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BC8"/>
                </a:solidFill>
                <a:latin typeface="Microsoft YaHei"/>
              </a:rPr>
              <a:t>4  内核-用户态延迟隔离协议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447288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进入隔离态先通知 daemon 热迁移 VM，收 ACK 再下线；超时强制兜底，兼顾“尽快隔离”与“零损失疏散”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553212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572000"/>
            <a:ext cx="118872" cy="155448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681728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5  内核态 UCE 落点甄别白名单 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138928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页归属×消费方式×可恢复信号 二维判决：能救的救成单 VM 损失，不在白名单一律主动 kdump，杜绝静默数据损坏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72000"/>
            <a:ext cx="553212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72200" y="4572000"/>
            <a:ext cx="118872" cy="1554480"/>
          </a:xfrm>
          <a:prstGeom prst="roundRect">
            <a:avLst>
              <a:gd name="adj" fmla="val 6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4681728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55555"/>
                </a:solidFill>
                <a:latin typeface="Microsoft YaHei"/>
              </a:rPr>
              <a:t>6  统一双故障域 + 跨架构框架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5138928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222"/>
                </a:solidFill>
                <a:latin typeface="Microsoft YaHei"/>
              </a:rPr>
              <a:t>CPU 与内存域共用 panic 抑制/netlink/daemon；内存域含页级 CE 预隔离+DIMM 介质记账；x86/arm64 可插拔后端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★ 新颖性最强、最难规避，建议优先布局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>
              <a:gd name="adj" fmla="val 6000"/>
            </a:avLst>
          </a:prstGeom>
          <a:solidFill>
            <a:srgbClr val="2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84048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4572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6576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F2D5A"/>
                </a:solidFill>
                <a:latin typeface="Microsoft YaHei"/>
              </a:rPr>
              <a:t>技术效果与业务价值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932688"/>
            <a:ext cx="10058400" cy="27940"/>
          </a:xfrm>
          <a:prstGeom prst="roundRect">
            <a:avLst>
              <a:gd name="adj" fmla="val 6000"/>
            </a:avLst>
          </a:prstGeom>
          <a:solidFill>
            <a:srgbClr val="2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2D5A"/>
                </a:solidFill>
                <a:latin typeface="Microsoft YaHei"/>
              </a:rPr>
              <a:t>物理机实证（同一份 .mce 注入，Huawei 2288H V5 + HCE2）：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DF0EE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YaHei"/>
              </a:rPr>
              <a:t>未加载模块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166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icrosoft YaHei"/>
              </a:rPr>
              <a:t>mce_panic → kdump → 整机重启，全部 VM 掉线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ECF7EE"/>
          </a:solidFill>
          <a:ln w="190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8E3E"/>
                </a:solidFill>
                <a:latin typeface="Microsoft YaHei"/>
              </a:rPr>
              <a:t>加载模块（inactive）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03120"/>
            <a:ext cx="5166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Microsoft YaHei"/>
              </a:rPr>
              <a:t>故障核无下电隔离（迁 462 IRQ，CPU 仍在线），整机存活，该核对业务不可见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2679192" cy="1554480"/>
          </a:xfrm>
          <a:prstGeom prst="roundRect">
            <a:avLst>
              <a:gd name="adj" fmla="val 6000"/>
            </a:avLst>
          </a:prstGeom>
          <a:solidFill>
            <a:srgbClr val="1F2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3756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D26A"/>
                </a:solidFill>
                <a:latin typeface="Microsoft YaHei"/>
              </a:rPr>
              <a:t>爆炸半径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整机 100+ VM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5196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D2EC"/>
                </a:solidFill>
                <a:latin typeface="Microsoft YaHei"/>
              </a:rPr>
              <a:t>→ 单 VM / 热迁零损失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6704" y="3200400"/>
            <a:ext cx="2679192" cy="1554480"/>
          </a:xfrm>
          <a:prstGeom prst="roundRect">
            <a:avLst>
              <a:gd name="adj" fmla="val 6000"/>
            </a:avLst>
          </a:prstGeom>
          <a:solidFill>
            <a:srgbClr val="1F2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46704" y="333756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D26A"/>
                </a:solidFill>
                <a:latin typeface="Microsoft YaHei"/>
              </a:rPr>
              <a:t>交付形态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144" y="384048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外挂 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425196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D2EC"/>
                </a:solidFill>
                <a:latin typeface="Microsoft YaHei"/>
              </a:rPr>
              <a:t>零源码改动 · 可灰度可回滚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200400"/>
            <a:ext cx="2679192" cy="1554480"/>
          </a:xfrm>
          <a:prstGeom prst="roundRect">
            <a:avLst>
              <a:gd name="adj" fmla="val 6000"/>
            </a:avLst>
          </a:prstGeom>
          <a:solidFill>
            <a:srgbClr val="1F2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333756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D26A"/>
                </a:solidFill>
                <a:latin typeface="Microsoft YaHei"/>
              </a:rPr>
              <a:t>算力留存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384048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隔离对齐故障域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425196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D2EC"/>
                </a:solidFill>
                <a:latin typeface="Microsoft YaHei"/>
              </a:rPr>
              <a:t>不误伤健康核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42832" y="3200400"/>
            <a:ext cx="2679192" cy="1554480"/>
          </a:xfrm>
          <a:prstGeom prst="roundRect">
            <a:avLst>
              <a:gd name="adj" fmla="val 6000"/>
            </a:avLst>
          </a:prstGeom>
          <a:solidFill>
            <a:srgbClr val="1F2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42832" y="3337560"/>
            <a:ext cx="26791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D26A"/>
                </a:solidFill>
                <a:latin typeface="Microsoft YaHei"/>
              </a:rPr>
              <a:t>内存侧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384048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CE 前兆期预隔离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4251960"/>
            <a:ext cx="24963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6D2EC"/>
                </a:solidFill>
                <a:latin typeface="Microsoft YaHei"/>
              </a:rPr>
              <a:t>+ DIMM 介质换件闭环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5240">
            <a:solidFill>
              <a:srgbClr val="2E5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138928"/>
            <a:ext cx="106984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5BC8"/>
                </a:solidFill>
                <a:latin typeface="Microsoft YaHei"/>
              </a:rPr>
              <a:t>总体价值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32120"/>
            <a:ext cx="1069848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把硬件故障从“大规模事故”降级为“单 VM 偶发重启”，杜绝静默数据损坏；一套框架统一覆盖 CPU 与内存两大宕机源、覆盖主流异构机型，显著提升公有云单机可用性与承载稳定性。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