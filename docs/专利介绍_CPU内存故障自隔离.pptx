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A30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C9CF"/>
                </a:solidFill>
                <a:latin typeface="Microsoft YaHei"/>
              </a:rPr>
              <a:t>PATENT  |  专 利 介 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9848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FFFFF"/>
                </a:solidFill>
                <a:latin typeface="Microsoft YaHei"/>
              </a:rPr>
              <a:t>基于可加载内核模块的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FFFFF"/>
                </a:solidFill>
                <a:latin typeface="Microsoft YaHei"/>
              </a:rPr>
              <a:t>云宿主机 CPU 与内存硬件故障自隔离方法及系统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718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698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把 “整机宕机丢 100 个 VM”  →  “隔离一个核丢 1 个 VM”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345643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345643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F0A2C"/>
                </a:solidFill>
                <a:latin typeface="Microsoft YaHei"/>
              </a:rPr>
              <a:t>不改内核源码 · 外挂 ko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4617720"/>
            <a:ext cx="345643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4617720"/>
            <a:ext cx="345643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F0A2C"/>
                </a:solidFill>
                <a:latin typeface="Microsoft YaHei"/>
              </a:rPr>
              <a:t>无下电隔离 · 绕开 hotplug 死锁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4617720"/>
            <a:ext cx="345643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4617720"/>
            <a:ext cx="345643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F0A2C"/>
                </a:solidFill>
                <a:latin typeface="Microsoft YaHei"/>
              </a:rPr>
              <a:t>CPU + 内存 双故障域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实现：cpu_fault_isolate.ko（CFI + MFI）    |    实证：Huawei 2288H V5 + HCE2 物理机    |  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146304" cy="51206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F0A2C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0"/>
            <a:ext cx="98755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问题：单器件故障 → 整机宕机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24128"/>
            <a:ext cx="10725912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20624"/>
            <a:ext cx="1783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专利介绍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单台云宿主机承载 </a:t>
            </a:r>
            <a:r>
              <a:rPr sz="1600" b="1">
                <a:solidFill>
                  <a:srgbClr val="CF0A2C"/>
                </a:solidFill>
                <a:latin typeface="Microsoft YaHei"/>
              </a:rPr>
              <a:t>上百个 VM</a:t>
            </a:r>
            <a:r>
              <a:rPr sz="1600" b="0">
                <a:solidFill>
                  <a:srgbClr val="1A1A1A"/>
                </a:solidFill>
                <a:latin typeface="Microsoft YaHei"/>
              </a:rPr>
              <a:t>。任一 CPU 缓存 / TLB / 总线或内存器件出现不可纠正错误（UCE）：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10512"/>
            <a:ext cx="10725912" cy="868680"/>
          </a:xfrm>
          <a:prstGeom prst="rect">
            <a:avLst/>
          </a:prstGeom>
          <a:solidFill>
            <a:srgbClr val="FBECE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104241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30822"/>
                </a:solidFill>
                <a:latin typeface="Microsoft YaHei"/>
              </a:rPr>
              <a:t>单核 Cache 1bit 翻转  →  do_machine_check() 早期 mce_panic()  →  整机 panic + kdump + 重启  →  全部 VM 同时掉线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故障爆炸半径被放大到整机；事件在 panic 时刻来不及进入可处置的解码链，丧失“局部隔离、整体存活”的机会。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云厂商的现实约束（决定了方案形态）：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26060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2606040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F0A2C"/>
                </a:solidFill>
                <a:latin typeface="Microsoft YaHei"/>
              </a:rPr>
              <a:t>机型异构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617720"/>
            <a:ext cx="2386584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Intel / AMD x86 与鲲鹏 arm64 并存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3864" y="3931920"/>
            <a:ext cx="26060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3931920"/>
            <a:ext cx="2606040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41148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F0A2C"/>
                </a:solidFill>
                <a:latin typeface="Microsoft YaHei"/>
              </a:rPr>
              <a:t>内核碎片化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617720"/>
            <a:ext cx="2386584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upstream 与 vendor 内核并存，关键符号未导出、无 sysfs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931920"/>
            <a:ext cx="26060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931920"/>
            <a:ext cx="2606040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41148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F0A2C"/>
                </a:solidFill>
                <a:latin typeface="Microsoft YaHei"/>
              </a:rPr>
              <a:t>hotplug 不可靠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617720"/>
            <a:ext cx="2386584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vendor 内核 CPU 热插拔回调链存在硬死锁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2" y="3931920"/>
            <a:ext cx="26060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3931920"/>
            <a:ext cx="2606040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41148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F0A2C"/>
                </a:solidFill>
                <a:latin typeface="Microsoft YaHei"/>
              </a:rPr>
              <a:t>不能改源码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617720"/>
            <a:ext cx="2386584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无法为每个内核版本逐一改并重发内核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结论：需要一种以可热插拔 / 可灰度 / 可回滚的外挂内核模块交付、同时覆盖 CPU 与内存、跨架构自适应的硬件故障运行时自隔离方案。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146304" cy="51206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F0A2C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0"/>
            <a:ext cx="98755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现有技术与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24128"/>
            <a:ext cx="10725912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20624"/>
            <a:ext cx="1783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专利介绍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07008"/>
            <a:ext cx="3108960" cy="4572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31089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现有技术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07008"/>
            <a:ext cx="3840480" cy="4572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207008"/>
            <a:ext cx="38404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核心做法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207008"/>
            <a:ext cx="3776472" cy="4572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207008"/>
            <a:ext cx="3776472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与本方案的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682496"/>
            <a:ext cx="3108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82496"/>
            <a:ext cx="292608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</a:rPr>
              <a:t>US 11829265 / 11385974
VM 宿主机内存 UCE 恢复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682496"/>
            <a:ext cx="38404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682496"/>
            <a:ext cx="365760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内核内置 MCE handler 识别内核访问 guest 内存的 UCE，通知 VMM 注入模拟 MCE 或迁移 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682496"/>
            <a:ext cx="3776472" cy="1170432"/>
          </a:xfrm>
          <a:prstGeom prst="rect">
            <a:avLst/>
          </a:prstGeom>
          <a:solidFill>
            <a:srgbClr val="FBEC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682496"/>
            <a:ext cx="3593592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0822"/>
                </a:solidFill>
                <a:latin typeface="Microsoft YaHei"/>
              </a:rPr>
              <a:t>只管内存、不处理 cache/核心；逻辑内嵌内核需定制；不隔离物理核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871216"/>
            <a:ext cx="3108960" cy="117043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871216"/>
            <a:ext cx="292608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</a:rPr>
              <a:t>US 12222830 / 11847036 / 11531607
失效从核 CPU 故障隔离（AMP）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871216"/>
            <a:ext cx="3840480" cy="117043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871216"/>
            <a:ext cx="365760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裸机非对称多处理：NMI→自定义 panic handler→关停 CPU 核→上下文切回主实例恢复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871216"/>
            <a:ext cx="3776472" cy="1170432"/>
          </a:xfrm>
          <a:prstGeom prst="rect">
            <a:avLst/>
          </a:prstGeom>
          <a:solidFill>
            <a:srgbClr val="F6E2E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871216"/>
            <a:ext cx="3593592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0822"/>
                </a:solidFill>
                <a:latin typeface="Microsoft YaHei"/>
              </a:rPr>
              <a:t>面向裸机 AMP 非云宿主机；真关核+上下文切换；不分缓存层级；无 VM 疏散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59936"/>
            <a:ext cx="3108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59936"/>
            <a:ext cx="292608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</a:rPr>
              <a:t>内核既有原语
mce_tolerant / CEC / hotplug / isolcpus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059936"/>
            <a:ext cx="38404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059936"/>
            <a:ext cx="3657600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纠错与隔离的孤立单点能力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4059936"/>
            <a:ext cx="3776472" cy="1170432"/>
          </a:xfrm>
          <a:prstGeom prst="rect">
            <a:avLst/>
          </a:prstGeom>
          <a:solidFill>
            <a:srgbClr val="FBEC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059936"/>
            <a:ext cx="3593592" cy="11704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0822"/>
                </a:solidFill>
                <a:latin typeface="Microsoft YaHei"/>
              </a:rPr>
              <a:t>isolcpus 仅启动期静态；CEC 仅 x86、无上报；hotplug 在 vendor 内核死锁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06440"/>
            <a:ext cx="10725912" cy="777240"/>
          </a:xfrm>
          <a:prstGeom prst="rect">
            <a:avLst/>
          </a:prstGeom>
          <a:solidFill>
            <a:srgbClr val="A30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42416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GAP：无人将“外挂 ko 运行时抑制 panic + 接管 + 按缓存拓扑分级隔离核 + 无下电绕开死锁 + 白名单落点甄别 + CPU/内存双域跨架构”整合为端到端方案。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146304" cy="51206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F0A2C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0"/>
            <a:ext cx="98755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创新点：六大机制有机组合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24128"/>
            <a:ext cx="10725912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20624"/>
            <a:ext cx="1783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专利介绍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58968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316736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运行时 panic 抑制 + 接管接力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773936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kprobe 直写未导出 mce_tolerant，致命 MCE 退化为“记录+返回”回流解码链，模块接管分类隔离；双层 panic 兜底，卸载完整回滚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88720"/>
            <a:ext cx="5458968" cy="1536192"/>
          </a:xfrm>
          <a:prstGeom prst="rect">
            <a:avLst/>
          </a:prstGeom>
          <a:solidFill>
            <a:srgbClr val="FBECE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188720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188720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316736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30822"/>
                </a:solidFill>
                <a:latin typeface="Microsoft YaHei"/>
              </a:rPr>
              <a:t>三档隔离 + 无下电隔离模式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73936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full/inactive/soft 按内核能力自适应；inactive 清 cpu_active_mask + 迁 IRQ，CPU 在线但调度/中断不可见，绕开 hotplug 死锁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62072"/>
            <a:ext cx="5458968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862072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62072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990088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按缓存物理拓扑分级决策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447288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L1/L2/TLB/总线 per-core → 隔离该核；L3/LLC socket 共享 → 仅记账上报交 daemon，避免误伤健康核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2862072"/>
            <a:ext cx="5458968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2862072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862072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990088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内核-用户态延迟隔离协议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447288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进入隔离态先通知 daemon 热迁移 VM，收 ACK 再下线；超时强制兜底，兼顾“尽快隔离”与“零损失疏散”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35424"/>
            <a:ext cx="5458968" cy="1536192"/>
          </a:xfrm>
          <a:prstGeom prst="rect">
            <a:avLst/>
          </a:prstGeom>
          <a:solidFill>
            <a:srgbClr val="FBECE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35424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35424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663440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30822"/>
                </a:solidFill>
                <a:latin typeface="Microsoft YaHei"/>
              </a:rPr>
              <a:t>内核态 UCE 落点甄别白名单 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120640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页归属×消费方式×可恢复信号 二维判决：能救的救成单 VM 损失，不在白名单一律主动 kdump，杜绝静默数据损坏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4535424"/>
            <a:ext cx="5458968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4535424"/>
            <a:ext cx="548640" cy="15361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535424"/>
            <a:ext cx="548640" cy="15361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663440"/>
            <a:ext cx="459028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统一双故障域 + 跨架构框架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120640"/>
            <a:ext cx="4590288" cy="8961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CPU 与内存域共用 panic 抑制/netlink/daemon；内存域含页级 CE 预隔离+DIMM 介质记账；x86/arm64 可插拔后端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F0A2C"/>
                </a:solidFill>
                <a:latin typeface="Microsoft YaHei"/>
              </a:rPr>
              <a:t>★ 新颖性最强、最难规避，建议优先布局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146304" cy="51206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F0A2C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0"/>
            <a:ext cx="98755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技术效果与业务价值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24128"/>
            <a:ext cx="10725912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20624"/>
            <a:ext cx="1783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专利介绍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物理机实证（同一份 .mce 注入，Huawei 2288H V5 + HCE2）：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91056"/>
            <a:ext cx="5285232" cy="1325880"/>
          </a:xfrm>
          <a:prstGeom prst="rect">
            <a:avLst/>
          </a:prstGeom>
          <a:solidFill>
            <a:srgbClr val="FBECE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F0A2C"/>
                </a:solidFill>
                <a:latin typeface="Microsoft YaHei"/>
              </a:rPr>
              <a:t>未加载模块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9696"/>
            <a:ext cx="50292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mce_panic → kdump → 整机重启，全部 VM 掉线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91056"/>
            <a:ext cx="528523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82496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30822"/>
                </a:solidFill>
                <a:latin typeface="Microsoft YaHei"/>
              </a:rPr>
              <a:t>加载模块（inactive）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39696"/>
            <a:ext cx="50292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故障核无下电隔离（迁 462 IRQ，CPU 仍在线），整机存活，该核对业务不可见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2606040" cy="15544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爆炸半径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767328"/>
            <a:ext cx="1691640" cy="19050"/>
          </a:xfrm>
          <a:prstGeom prst="rect">
            <a:avLst/>
          </a:prstGeom>
          <a:solidFill>
            <a:srgbClr val="F0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整机 100+ 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61104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BDCE1"/>
                </a:solidFill>
                <a:latin typeface="Microsoft YaHei"/>
              </a:rPr>
              <a:t>→ 单 VM / 热迁零损失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3200400"/>
            <a:ext cx="2606040" cy="15544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3346704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交付形态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1064" y="3767328"/>
            <a:ext cx="1691640" cy="19050"/>
          </a:xfrm>
          <a:prstGeom prst="rect">
            <a:avLst/>
          </a:prstGeom>
          <a:solidFill>
            <a:srgbClr val="F0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3858768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外挂 ko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261104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BDCE1"/>
                </a:solidFill>
                <a:latin typeface="Microsoft YaHei"/>
              </a:rPr>
              <a:t>零源码改动 · 可灰度可回滚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200400"/>
            <a:ext cx="2606040" cy="15544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346704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算力留存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3767328"/>
            <a:ext cx="1691640" cy="19050"/>
          </a:xfrm>
          <a:prstGeom prst="rect">
            <a:avLst/>
          </a:prstGeom>
          <a:solidFill>
            <a:srgbClr val="F0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858768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隔离对齐故障域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261104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BDCE1"/>
                </a:solidFill>
                <a:latin typeface="Microsoft YaHei"/>
              </a:rPr>
              <a:t>不误伤健康核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8552" y="3200400"/>
            <a:ext cx="2606040" cy="15544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3346704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内存侧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5752" y="3767328"/>
            <a:ext cx="1691640" cy="19050"/>
          </a:xfrm>
          <a:prstGeom prst="rect">
            <a:avLst/>
          </a:prstGeom>
          <a:solidFill>
            <a:srgbClr val="F0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3858768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CE 前兆期预隔离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4261104"/>
            <a:ext cx="2423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BDCE1"/>
                </a:solidFill>
                <a:latin typeface="Microsoft YaHei"/>
              </a:rPr>
              <a:t>+ DIMM 介质换件闭环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10725912" cy="1325880"/>
          </a:xfrm>
          <a:prstGeom prst="rect">
            <a:avLst/>
          </a:prstGeom>
          <a:solidFill>
            <a:srgbClr val="F4F4F4"/>
          </a:solidFill>
          <a:ln w="1524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029200"/>
            <a:ext cx="109728" cy="13258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13892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F0A2C"/>
                </a:solidFill>
                <a:latin typeface="Microsoft YaHei"/>
              </a:rPr>
              <a:t>总体价值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532120"/>
            <a:ext cx="10332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把硬件故障从“大规模事故”降级为“单 VM 偶发重启”，杜绝静默数据损坏；一套框架统一覆盖 CPU 与内存两大宕机源、覆盖主流异构机型，显著提升公有云单机可用性与承载稳定性。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