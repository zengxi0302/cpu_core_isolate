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5" r:id="rId26"/>
    <p:sldId id="276" r:id="rId27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7" r:id="rId28"/>
    <p:sldId id="278" r:id="rId29"/>
    <p:sldId id="279" r:id="rId30"/>
    <p:sldId id="281" r:id="rId32"/>
    <p:sldId id="282" r:id="rId33"/>
    <p:sldId id="283" r:id="rId34"/>
    <p:sldId id="272" r:id="rId23"/>
    <p:sldId id="280" r:id="rId31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3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8B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HUAWEI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CPU / 内存故障自隔离（CFI · MFI）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Microsoft YaHei"/>
              </a:rPr>
              <a:t>硬件老化时代的云服务高可用保障方案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面向服役 5 年 + / 7 年 + 的存量计算节点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让单核 / 单页硬件故障不再拖垮整机，守住 ECS SLA 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华为云  ·  基础设施  ·  弹性计算（ECS）可靠性专项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4015" y="5989320"/>
            <a:ext cx="3657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版本 v0.4  |  2026-06</a:t>
            </a:r>
          </a:p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华为机密 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汇报内容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背景与挑战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硬件老化带来的可靠性风险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为什么单核故障会拖垮整机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884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CPU / 内存双故障域防御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技术实现 / 深潜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关键技术与十四大攻坚点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业务价值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SLA 保障与 ROI 量化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当前状态与落地路线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背景：硬件服役年限拉长，故障率持续攀升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随着数据中心存量服务器进入 5 年 + / 7 年 + 服役期，CPU、Cache 等核心器件进入故障高发期。硬件故障已从「小概率事件」变为「必然发生的常态」。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342900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0–3 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5A9E"/>
                </a:solidFill>
                <a:latin typeface="Microsoft YaHei"/>
              </a:rPr>
              <a:t>磨合期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故障率低而平稳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器件处于稳定服役阶段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057400"/>
            <a:ext cx="342900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3–5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E88A00"/>
                </a:solidFill>
                <a:latin typeface="Microsoft YaHei"/>
              </a:rPr>
              <a:t>稳定期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故障率缓慢上升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开始出现偶发 Cache 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2057400"/>
            <a:ext cx="342900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5 年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老化期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故障率显著抬升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UCE / 锁核事件成倍增加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206240"/>
            <a:ext cx="109728" cy="13716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2412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70039"/>
                </a:solidFill>
                <a:latin typeface="Microsoft YaHei"/>
              </a:rPr>
              <a:t>核心矛盾：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一颗 CPU 核心的硬件故障，按现有内核机制会触发整机 panic 宕机，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33333"/>
                </a:solidFill>
                <a:latin typeface="Microsoft YaHei"/>
              </a:rPr>
              <a:t>牵连该宿主机上承载的全部 </a:t>
            </a:r>
            <a:r>
              <a:rPr sz="1500" b="1">
                <a:solidFill>
                  <a:srgbClr val="C70039"/>
                </a:solidFill>
                <a:latin typeface="Microsoft YaHei"/>
              </a:rPr>
              <a:t>50~100+ 台 ECS 实例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，造成大规模服务中断与 SLA 违约。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6666"/>
                </a:solidFill>
                <a:latin typeface="Microsoft YaHei"/>
              </a:rPr>
              <a:t>硬件越老，这种「一核坏、全机停」的事件越频繁，风险敞口持续放大。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问题分析：为什么单核故障会拖垮整机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根因在于内核 MCE（Machine Check Exception）处理流程的时序：致命错误在「分发到处理链」之前就已触发 panic。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CPU Cache 发生 UCE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（不可纠正错误）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963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do_machine_check()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评估错误严重性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4107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严重性 = 致命？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是 → mce_panic() → 整机宕机</a:t>
            </a:r>
          </a:p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全部 ECS 丢失  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783080"/>
            <a:ext cx="5943600" cy="42976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9659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关键洞察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468880"/>
            <a:ext cx="5486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①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致命 MCE 在第 2 步就调用 mce_panic()，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系统直接死亡，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根本走不到错误处理链。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②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常规的 MCE 处理链注册（decode chain）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在 panic 之后才执行，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时机太晚。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③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硬锁 / 软锁同理：内核 watchdog 直接 panic，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不给隔离单核的机会。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</a:rPr>
              <a:t>➜ 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必须在 panic「发生之前」就拦截，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    并把故障范围收敛到单个 CPU 核心。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解决方案：CPU 故障自隔离三层防御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以内核模块（cpu_fault_isolate.ko）形式交付，不修改内核源码，即插即用。通过「拦截 → 检测 → 隔离」三层协同，把整机故障收敛为单核隔离。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429000" cy="6400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第一层  ·  拦截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C70039"/>
                </a:solidFill>
                <a:latin typeface="Microsoft YaHei"/>
              </a:rPr>
              <a:t>在故障触发宕机之前抢先拦截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提升 MCE tolerant 等级，阻止 mce_panic()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关闭 softlockup / hardlockup 自动 panic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兼容 HCE3：内核变量直写 + 符号探测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429000" cy="64008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第二层  ·  检测故障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05A9E"/>
                </a:solidFill>
                <a:latin typeface="Microsoft YaHei"/>
              </a:rPr>
              <a:t>全量捕获 CPU/Cache 硬件错误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x86 MCE 处理链 + 华为 FMA 框架钩子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鲲鹏 GHES / APEI 错误上报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自建心跳检测硬锁 / 软锁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42900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第三层  ·  隔离单核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E7D32"/>
                </a:solidFill>
                <a:latin typeface="Microsoft YaHei"/>
              </a:rPr>
              <a:t>把故障核摘除，保全其余算力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自动下线（offline）故障 CPU 核心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在健康 CPU 上执行隔离动作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通知上层调度，触发 VM 热迁移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效果：从「整机宕机」到「单核隔离」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120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2120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521208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现状：无 CFI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07492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C70039"/>
                </a:solidFill>
                <a:latin typeface="Microsoft YaHei"/>
              </a:rPr>
              <a:t>一核故障 → 整机 panic → 全部 VM 丢失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017520"/>
            <a:ext cx="5486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C70039"/>
                </a:solidFill>
                <a:latin typeface="Microsoft YaHei"/>
              </a:rPr>
              <a:t>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234440"/>
            <a:ext cx="493776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1234440"/>
            <a:ext cx="493776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1243584"/>
            <a:ext cx="493776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方案：启用 CFI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5074920"/>
            <a:ext cx="45720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Microsoft YaHei"/>
              </a:rPr>
              <a:t>仅隔离故障核 → 丢 1 VM → 其余照常运行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技术实现：关键技术与华为内核适配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Panic 时机拦截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在 MCE 处理注册前先调高 tolerant 等级，使致命错误流入处理链而非直接宕机；锁核 panic 同步关闭，改由模块接管。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HCE3 内核适配（核心难点）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HCE3 移除了 tolerant 的 sysfs 接口。方案通过 kprobe 探测内核符号地址，直接安全地修改内核变量，同一模块兼容上游与华为定制内核。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华为 FMA 框架集成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运行时探测并接入 HCE3 的 fma_mce_do_chain / mce_panic_chain，获得更早的故障通知与最后防线日志，与华为故障管理体系协同。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跨核安全隔离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故障核可能已失能，隔离动作经工作队列调度到健康 CPU 执行 offline，自动迁移任务与中断，杜绝「自己摘自己」的死锁。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独立锁核检测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自建 per-CPU 心跳（硬件中断维度）+ 内核线程（调度维度）双重探测，锁核事件单次即触发隔离，不依赖内核 watchdog。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用户态协作隔离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通过 netlink 上报状态，给守护进程留出窗口热迁移 VM；超时未响应则强制下线，确保兜底。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新战场：内存故障——导致宕机的另一半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内存（DRAM）与 CPU 同为易损器件，UCE 同样经 MCE 上报。用户态毒页消费已能收敛到单进程/单 VM，但内核态消费仍是整机宕机。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现有能力边界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44068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57400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现有行为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57400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41448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用户态进程消费毒页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441448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memory_failure 杀进程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41448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25496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25496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copy_from_user 等路径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825496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extable fixup 杀进程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825496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09544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内核态消费毒页(无fixup)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9544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mce_panic()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09544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✗ 整机宕机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93591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93591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巡检发现 UCE(未消费)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593591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依赖发行版配置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593591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机会被浪费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77639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CE 高频页(UCE 前兆)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977639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仅 EDAC 计数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977639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坐等恶化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内核态 UCE 可恢复性：取决于落点 × 消费方式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057400"/>
            <a:ext cx="5074920" cy="3931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212848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A  异步发现（巡检/scrub，未消费）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2505456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完全可恢复 → 页隔离，零损失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89504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B  内核态消费用户页，有 MC-safe fixup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182112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可恢复 → 杀属主（已有能力）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566160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C  内核态消费用户页，无 fixup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858768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需内核补丁扩 fixup（Phase 3）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242816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D  虚机 vCPU 直接消费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535424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KVM 注 vMCE，收敛到 Guest 内部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19472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E  内核自身数据（slab/页表/text）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212080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不可恢复 → 受控 kdump，绝不静默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5614416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C70039"/>
                </a:solidFill>
                <a:latin typeface="Microsoft YaHei"/>
                <a:ea typeface="Microsoft YaHei"/>
              </a:rPr>
              <a:t>宿主机内存大头是虚机页 → 多数内核态 UCE 落点可救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方案：内存故障域（MFI）三层防线，复用 CFI 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同一个 cpu_fault_isolate.ko 内新增内存域：共用 panic 抑制层 / netlink / sysfs / daemon 协议，不改内核源码。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91640"/>
            <a:ext cx="35204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① 事前：CE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高频页是 UCE 前兆（行/列劣化）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页级滑动窗口计数，达阈值即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soft offline：先迁移页内容再下线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业务零感知、零损失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91640"/>
            <a:ext cx="3520440" cy="73152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② 事中：异步 UCE 兜底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/ SRAO：数据未被消费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最干净的窗口：memory_failure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页隔离替代 panic，干净页直接丢弃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不宕机，至多影响单进程/单 VM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91640"/>
            <a:ext cx="352044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4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③ 事后：内核态落点甄别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4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panic 抑制后由甄别引擎恢复安全语义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用户/虚机页 → 杀属主 + 隔离页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内核页 → 主动受控 panic + kdump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能救的救，不能救的绝不静默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98348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98348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47488"/>
            <a:ext cx="10241280" cy="77724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350" b="1">
                <a:solidFill>
                  <a:srgbClr val="C70039"/>
                </a:solidFill>
                <a:latin typeface="Microsoft YaHei"/>
                <a:ea typeface="Microsoft YaHei"/>
              </a:rPr>
              <a:t>诚实的边界：内核自身数据被同步消费（场景 E）没有隔离机会——硬扛等于静默数据损坏，比宕机更糟。MFI 的策略是受控 kdump 保现场 + 用①压低 E 的发生概率。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666666"/>
                </a:solidFill>
                <a:latin typeface="Microsoft YaHei"/>
                <a:ea typeface="Microsoft YaHei"/>
              </a:rPr>
              <a:t>DIMM 介质级记账：页隔离治标，介质劣化治本 —— 越限只上报 MIGRATE_ADVISED，整机疏散决策权留给上层调度。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91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Arial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技术深潜：十四大攻坚点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D9D9D9"/>
                </a:solidFill>
                <a:latin typeface="Microsoft YaHei"/>
              </a:rPr>
              <a:t>面向技术评审 —— 难在哪里、常规做法为何失效、我们如何攻克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Panic 时序拦截  ·  内核符号直写  ·  华为 FMA 逆向集成  ·  跨核并发隔离  ·  双探针锁核检测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状态机与阈值引擎  ·  内存 UCE 落点甄别  ·  HWPoison 页隔离复用  ·  跨域协同  ·  有界记账  ·  多源事件融合  ·  分层可验证性  ·  Daemon 协作隔离协议  ·  模块初始化编排与容错卸载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攻坚点一：抢在 mce_panic() 之前夺回控制权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致命 MCE 的处理是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不可逆的「一锤子」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do_machine_check() 在 NMI 类上下文中同步判定严重性，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一旦 worst ≥ PANIC 级别立即 mce_panic()，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此后 CPU 不再返回，任何后置 handler 都是空谈。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0156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注册 MCE decode chain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时机在 panic 之后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调 sysfs tolerant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HCE3 已移除该接口（见 T2）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改内核源码 —— 存量节点无法热更，不可接受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03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加载即把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mce_tolerant 提到 3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，让致命 MCE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降级为「可处理」而流入 decode chain；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notifier 优先级抬到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MCE_PRIO_EDAC + 1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抢在其它消费者之前启动隔离。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do_machine_check 时序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do_machine_check() 内核逻辑（简化）*/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worst = mce_severity(&amp;m, ...);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if (worst &gt;= MCE_PANIC_SEVERITY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 &amp;&amp; tolerant &lt; 3)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 mce_panic("Fatal MCE", ...);  // 宕机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    /*  ↑ tolerant=3 时跳过本行 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CFI: 抬高 notifier 抢占时机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struct notifier_block cfi_mce_nb =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.notifier_call = cfi_x86_mce_notifier,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.priority = MCE_PRIO_EDAC + 1,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mce_register_decode_chain(&amp;cfi_mce_nb);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KALLSYMS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攻坚点二：HCE3 抹掉了 sysfs，如何安全改内核变量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8288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▎难点（本项目最硬核）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华为 HCE3 定制内核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删除了 tolerant 的 sysfs 节点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用户态无任何官方入口可改它。而内核变量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mce_tolerant 是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static、未导出符号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且 kallsyms_lookup_name() 自 5.7 起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不再导出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模块拿不到它的地址 —— 看似死路。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0040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00400"/>
            <a:ext cx="82296" cy="12344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▎关键突破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75888"/>
            <a:ext cx="4937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借道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kprobe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：注册一个以符号名为目标的探针，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内核会替我们完成符号解析并回填 kp.addr，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立即注销探针 ——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零副作用地「借」到地址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26280"/>
            <a:ext cx="5349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82296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360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▎工程化兜底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01768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双名探测：mce_tolerant / tolerant 容错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保存原值，模块卸载时精确还原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sysfs 可用时优先走标准路径，directw 为后备</a:t>
            </a:r>
          </a:p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→ 同一个 .ko 同时兼容上游内核与 HCE3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kernel/core/cfi_panic_suppress.c  ·  符号直写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用 kprobe 偷取未导出符号地址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unsigned long lookup(const char *n)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struct kprobe kp = { .symbol_name = n 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if (register_kprobe(&amp;kp) &lt; 0)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return 0;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unsigned long a = (unsigned long)kp.addr;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unregister_kprobe(&amp;kp);   // 立即注销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return a;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直写内核变量，绕过缺失的 sysfs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int *p = (int *)lookup("mce_tolerant");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orig = *p;          // 备份用于还原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*p   = 3;           // 阻止 mce_panic()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攻坚点三：运行时探测并接入华为 FMA 故障框架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HCE3 内核内置了华为自有的 FMA（Fault Management Architecture）故障管理框架，提供了上游内核没有的额外通知点。挑战在于：这些符号无公开头文件、无文档，且必须做到「有则用、无则跳过」，绝不能让模块在上游内核上加载失败。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3456432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fma_mce_do_chain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05A9E"/>
                </a:solidFill>
                <a:latin typeface="Microsoft YaHei"/>
              </a:rPr>
              <a:t>do_machine_check() 内部触发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最早期的 MCE 事件捕获点，比标准 decode chain 更靠前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011680"/>
            <a:ext cx="3456432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mce_tolerant 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70039"/>
                </a:solidFill>
                <a:latin typeface="Microsoft YaHei"/>
              </a:rPr>
              <a:t>severity 判定时读取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T2 直写的目标，决定是否 panic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2011680"/>
            <a:ext cx="3456432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mce_panic_chain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333333"/>
                </a:solidFill>
                <a:latin typeface="Microsoft YaHei"/>
              </a:rPr>
              <a:t>mce_panic() 执行前回调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最后防线：兜底诊断日志，留存现场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977639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977639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FMA 运行时集成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288535"/>
            <a:ext cx="10789920" cy="1563623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4379975"/>
            <a:ext cx="10479024" cy="138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运行时探测：有则注册，无则静默跳过 —— 单一 .ko 兼容上游 + HCE3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addr = lookup("fma_register_mce_do_chain");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if (addr) {                       // 仅 HCE3 命中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void (*reg)(struct notifier_block *) = (void *)addr;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reg(&amp;cfi_fma_nb);             // 接入华为 FMA 早期通知链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fma_chain_registered = true;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}                                 // 上游内核：addr=0，自动降级为标准路径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CONCURRENCY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攻坚点四：在「正在故障的核」上安全地摘掉它自己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22402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▎三重约束彼此打架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错误回调可能在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NMI / 原子上下文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绝对不能睡眠、不能直接 cpu_down()；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cpu_down() / remove_cpu()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必须在进程上下文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③ 故障核若已硬锁，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它的 workqueue 根本不转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把隔离任务派给它 = 任务永远不执行；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④ 还要防止把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最后一个在线核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也摘掉。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1188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611880"/>
            <a:ext cx="82296" cy="22402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216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▎解法：延迟 + 异核调度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错误上下文只做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状态迁移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，把下线动作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甩进 work_struct 延后执行（脱离原子上下文）；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紧急场景用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queue_work_on(健康核)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确保隔离逻辑跑在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能动的 CPU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上；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cpumask_any_but() 选靶核，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并兜底拒绝「自隔离最后一核」。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异核延迟隔离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/* 故障核可能正硬锁 → 不能派给它自己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(urgent &amp;&amp;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raw_smp_processor_id() == cpu)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target =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cpumask_any_but(cpu_online_mask, cpu);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if (target &gt;= nr_cpu_ids)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  return;  // 拒绝摘掉最后一核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queue_work_on(target, system_wq,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            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 else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schedule_work(&amp;ci-&gt;offline_work);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work 内才调 remove_cpu() —— 进程上下文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WATCHDOG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攻坚点五：自建双探针，正交识别硬锁与软锁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关闭了内核 watchdog 的 panic 后，必须自己「补位」检测锁核。难点在于：检测器自身可能也跑在故障核上而一同失效。方案用两路正交探针 + 异核裁决，避免「检测者和被检测者同归于尽」。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525780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A · 硬中断维度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hrtimer 每 4s 自增心跳计数。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一个独立的全局 monitor 跑在健康核上，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巡检各核心跳是否「卡住」——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连续 30s 不增长 → 判定硬锁（hardlockup）。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本质：硬中断都进不来，CPU 真的卡死了。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011680"/>
            <a:ext cx="5257800" cy="45720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B · 调度维度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kthread 每 4s 刷新一次时间戳。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hrtimer 回调里检查该时间戳是否过期 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心跳在转但线程调度不动 → 判定软锁。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本质：中断正常，但调度器饿死了任务。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10789920" cy="1325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4526280"/>
            <a:ext cx="109728" cy="1325880"/>
          </a:xfrm>
          <a:prstGeom prst="rect">
            <a:avLst/>
          </a:prstGeom>
          <a:solidFill>
            <a:srgbClr val="6BD4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102412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6BD4A0"/>
                </a:solidFill>
                <a:latin typeface="Microsoft YaHei"/>
              </a:rPr>
              <a:t>设计精髓  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两路探针正交覆盖「中断层」与「调度层」两类失效模式；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裁决逻辑特意运行在</a:t>
            </a:r>
            <a:r>
              <a:rPr sz="1250" b="1">
                <a:solidFill>
                  <a:srgbClr val="6BD4A0"/>
                </a:solidFill>
                <a:latin typeface="Microsoft YaHei"/>
              </a:rPr>
              <a:t>异核（健康 CPU）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上，被测核即使完全死锁也能被外部判定并隔离；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锁核事件</a:t>
            </a:r>
            <a:r>
              <a:rPr sz="1250" b="1">
                <a:solidFill>
                  <a:srgbClr val="FF9D6B"/>
                </a:solidFill>
                <a:latin typeface="Microsoft YaHei"/>
              </a:rPr>
              <a:t>单次即触发，跳过常规阈值累计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——— CPU 已不可用，没有「容忍」的余地。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攻坚点六：五态状态机 + 滑动窗口阈值引擎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48640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37160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状态流转全景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ONLINE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DEGRADED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FAILED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193852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CE &gt;= 10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21868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UCE &gt;= 1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6974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UCE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288036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Lockup 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7D32"/>
                </a:solidFill>
                <a:latin typeface="Microsoft YaHei"/>
              </a:rPr>
              <a:t>←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66666"/>
                </a:solidFill>
                <a:latin typeface="Microsoft YaHei"/>
              </a:rPr>
              <a:t>fail 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28016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28016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138988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▎滑动窗口计数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175564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每个 CPU 独立维护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CE / UCE 计数器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时间窗口到期（默认 1h）自动重置为零；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窗口内累积才计入阈值判定，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避免历史噪声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CE 默认 10 次 / 窗口，UCE 默认 1 次即触发。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8346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2834640"/>
            <a:ext cx="82296" cy="14630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9443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▎Lockup 特殊路径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3101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C70039"/>
                </a:solidFill>
                <a:latin typeface="Microsoft YaHei"/>
              </a:rPr>
              <a:t>硬锁 / 软锁事件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跳过阈值累计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单次即从任何状态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直达 ISOLATING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因为 CPU 已不可用，没有「容忍」的余地；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同时标记为 urgent，跳过 daemon 等待。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572000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572000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kernel/core/cfi_core.c  ·  状态机核心逻辑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82896"/>
            <a:ext cx="10789920" cy="9692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4974336"/>
            <a:ext cx="1047902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Lockup: 跳过阈值，直接隔离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if (event-&gt;error_type &amp; (CFI_ERR_HARDLOCKUP | CFI_ERR_SOFTLOCKUP))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cfi_transition(ci, cpu, CFI_STATE_ISOLATING);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cfi_begin_isolation(cpu, /*urgent=*/true);  return;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常规 MCE: 累计阈值 → ONLINE ──CE≥10──&gt; DEGRADED ──UCE≥1──&gt; ISOLATING */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攻坚点七：内核-用户态协作隔离协议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直接下线 CPU 会导致其上的 VM vCPU 线程被强杀——数据可能丢失。方案在「时间窗口」与「兜底安全」之间做精确平衡：给守护进程留一个可控的迁移窗口，超时即强制执行，不留无限等待的风险。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1078992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非紧急路径（CE 累计 / 非致命 UCE）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错误达阈值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5A9E"/>
                </a:solidFill>
                <a:latin typeface="Microsoft YaHe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netlink 广播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STATE_CHANGE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7D32"/>
                </a:solidFill>
                <a:latin typeface="Microsoft YaHei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cfid 迁移 VM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vCPU 热迁移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8A00"/>
                </a:solidFill>
                <a:latin typeface="Microsoft YaHei"/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ACK_ISOLATE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或超时(30s)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33333"/>
                </a:solidFill>
                <a:latin typeface="Microsoft YaHei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remove_cpu()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3547872"/>
            <a:ext cx="10058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C70039"/>
                </a:solidFill>
                <a:latin typeface="Microsoft YaHei"/>
              </a:rPr>
              <a:t>紧急路径（Lockup / PCC）：</a:t>
            </a:r>
            <a:r>
              <a:rPr sz="1200" b="0">
                <a:solidFill>
                  <a:srgbClr val="333333"/>
                </a:solidFill>
                <a:latin typeface="Microsoft YaHei"/>
              </a:rPr>
              <a:t>跳过 ②③④，直接 queue_work_on(健康核) → remove_cpu()，</a:t>
            </a:r>
            <a:r>
              <a:rPr sz="1200" b="1">
                <a:solidFill>
                  <a:srgbClr val="C70039"/>
                </a:solidFill>
                <a:latin typeface="Microsoft YaHei"/>
              </a:rPr>
              <a:t>不给 daemon 等待窗口。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389120"/>
            <a:ext cx="534924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389120"/>
            <a:ext cx="50749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隔离协议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700016"/>
            <a:ext cx="5349240" cy="115214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4791456"/>
            <a:ext cx="503834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(defer_to_daemon &amp;&amp; !urgent)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mod_timer(&amp;ci-&gt;defer_timer,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jiffies + msecs_to_jiffies(30000));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} else { /* 紧急：直接下线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queue_work_on(healthy_cpu, ...);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3891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38912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4988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▎设计取舍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8646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30s 超时：足够热迁移 1 个 vCPU，不会久拖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timer_list 兜底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：daemon 挂掉也不会阻塞隔离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ACK 幂等：重复 ACK 仅首次生效，del_timer_sync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参数化：defer_to_daemon / defer_timeout_ms 均可调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INIT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攻坚点八：模块初始化编排与对称容错卸载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T8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一个内核模块同时接管 panic 抑制、MCE 处理、lockup 检测、热插拔、netlink、sysfs、debugfs ——初始化顺序错一步就会漏接故障或留下不一致状态。卸载顺序同样要严格对称，确保不残留降低保护等级。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加载顺序（init）    →    关键约束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23160"/>
            <a:ext cx="201168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423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① alloc per-CPU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423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数据结构先就位，后续组件可引用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28803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2880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② netlink + sysfs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880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通信通道先开，daemon 可监听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3375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3375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③ hotplug 回调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375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感知外部 CPU 上下线事件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794760"/>
            <a:ext cx="201168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37947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Microsoft YaHei"/>
              </a:rPr>
              <a:t>④ debugfs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7947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测试注入接口（失败非致命，不阻塞）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2519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2519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⑤ panic 抑制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2519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提升 tolerant → 阻止 panic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47091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4709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⑥ arch 后端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709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注册 MCE handler（此时 panic 已被拦截）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166360"/>
            <a:ext cx="201168" cy="329184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166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8A00"/>
                </a:solidFill>
                <a:latin typeface="Microsoft YaHei"/>
              </a:rPr>
              <a:t>⑦ lockup 检测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5166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最后启动，所有兜底就绪才开始采集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160520"/>
            <a:ext cx="4937760" cy="320040"/>
          </a:xfrm>
          <a:prstGeom prst="rect">
            <a:avLst/>
          </a:prstGeom>
          <a:solidFill>
            <a:srgbClr val="FF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160520"/>
            <a:ext cx="47548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70039"/>
                </a:solidFill>
                <a:latin typeface="Microsoft YaHei"/>
              </a:rPr>
              <a:t>⑤ 必须在 ⑥ 之前：handler 注册时 panic 已被拦截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19202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1920240"/>
            <a:ext cx="82296" cy="1463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0299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▎卸载顺序（exit）—— 严格反序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23957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⑦→⑥→⑤→④→③→②→① 精确镜像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先停 lockup 检测（不再产生新的隔离触发）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再卸 arch handler（不再收 MCE）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最后恢复 tolerant 原值（还原内核保护等级）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747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09360" y="3474720"/>
            <a:ext cx="82296" cy="14630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35844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▎init 失败：逐级回滚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9502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任何步骤失败 → </a:t>
            </a:r>
            <a:r>
              <a:rPr sz="1150" b="1">
                <a:solidFill>
                  <a:srgbClr val="E88A00"/>
                </a:solidFill>
                <a:latin typeface="Microsoft YaHei"/>
              </a:rPr>
              <a:t>goto err_xxx 标签链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只回滚已成功的步骤，不多不少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cancel_work_sync + del_timer_sync 确保无异步残留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kvfree + list 遍历释放所有动态内存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502920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502920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cfi_main.c · goto 回滚链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340096"/>
            <a:ext cx="5166360" cy="5120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3952" y="5431536"/>
            <a:ext cx="4855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7A8B99"/>
                </a:solidFill>
                <a:latin typeface="Consolas"/>
              </a:rPr>
              <a:t>/* 经典内核错误回滚链 */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err_arch:  cfi_arch-&gt;exit();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FF9D6B"/>
                </a:solidFill>
                <a:latin typeface="Consolas"/>
              </a:rPr>
              <a:t>err_suppress: cfi_suppress_exit();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err_sysfs: cfi_sysfs_exit(); ...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攻坚点九：panic 抑制之后，内核态 UCE 没有安全默认值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CFI 把 tolerant 提到 3 压住了 mce_panic()，副作用：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内核态消费毒页后会带着损坏数据继续执行 ——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静默数据损坏，比宕机更糟。必须有人把「安全语义」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补回来：要么可救，要么立刻受控地死。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直接放行 → 静默损坏，污染存储/网络不可回溯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一律 panic → 白白丢掉可救场景（宿主内存大头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是虚机页，多数落点可收敛到单 VM）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 NMI 里做复杂判定 → 死锁/重入风险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白名单判决：PCC=0 且 RIPV=1 且毒页为用户/虚机页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（LRU/anon/hugetlb）或空闲页才救，其余主动 panic；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判定只读 vmemmap 页元数据，绝不触碰毒页本身；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mem_triage 默认关闭，灰度启用；判决表有 18 项主机单测。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core/mfi_policy.h  ·  甄别判决表（纯函数，可单测）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误判最坏后果: RECOVER 变成一次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失败的恢复(上报), 而非数据损坏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mfi_triage_decide(class, ripv, pcc)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(pcc)   return PANIC;  /* 上下文已损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(!ripv) return PANIC;  /* 无法续点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switch (class)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PG_USER:  /* LRU/anon/hugetlb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杀属主+隔离页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PG_FREE: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无人消费,直接隔离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PG_KERNEL: /* slab/页表/text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PG_INVALID: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default: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PANIC;   /* kdump 保现场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HWPOISON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攻坚点十：不改内核，复用 memory_failure 全套页隔离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页隔离的正确实现（迁移/rmap 杀进程/HWPoison 标记）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全在内核 mm 里，但 soft_offline_page 未导出给模块；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memory_failure 结果异步产生；GHES / CEC / madvise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多个主体可能同时处置同一个页 —— 必须去重。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把页迁移逻辑抄进 ko → 数千行 mm 代码不可维护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轮询页标志等结果 → 竞态 + 开销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不去重直接触发 → 与内核自身处理双重动作，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重复杀进程 / 重复上报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soft_offline_page：kprobe 查符号直调（复用 CFI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处理 mce_tolerant 的成熟手法）；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硬隔离走 memory_failure_queue（GHES 同款导出路径）；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结果回执挂 memory_failure_event tracepoint（运行时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查找），叠加 HWPoison 标志判重 —— 双重去重。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core/mfi_page.c  ·  三个机制要点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1. 未导出符号: kprobe 解析后直调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kp.symbol_name = "soft_offline_page";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register_kprobe(&amp;kp); fn = kp.addr;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2. 硬隔离: 导出接口, NMI 安全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memory_failure_queue(pfn, 0);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3. 回执: 运行时找 tracepoint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for_each_kernel_tracepoint(find_cb,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tracepoint_probe_register(tp, probe,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probe 里凭 "是否在我表中且 POISONED"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归因; PageHWPoison 已置位 → 别人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已处理, 只记账不重复触发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CROSS-DOMAIN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攻坚点十一：两个故障域共享一条 MCE 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域与内存域监听同一条 MCE decode chain。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实测发现：内存控制器错误码落入 CPU 域分类器的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GENERIC_CORE 兜底分支 —— 一根劣化 DIMM 的 CE 风暴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会把汇报它的健康 CPU 核推进 DEGRADED 甚至隔离。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两个域各写一份错误码分类 → 标准漂移，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同一条 MCE 可能被两边同时计数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与内核 CEC（CE 收集器）并存时重复 soft offline，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同一页被处置两次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MCACOD 内存签名判定提为共享内联函数，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CPU 域显式忽略内存错误（修复跨域污染）；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探测到 CEC 启用 → 预隔离自动降级为只记账；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DIMM 介质记账与页隔离解耦：越限仅上报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MIGRATE_ADVISED，不做整机自动动作。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arch/x86/cfi_x86.h  ·  共享签名判定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单一事实来源, 两个域共用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static inline bool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cfi_x86_is_memory_errcode(u16 mcacod)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mcacod &amp;= MCACOD; /* 去 filter 位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内存控制器: 0000_0001_MMMM_CCCC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(含 patrol scrub 0xC0-0xCF)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((mcacod &amp; 0xff80) == 0x0080)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true;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缓存 bank 报告的毒数据消费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mcacod == MCACOD_DATA 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MCACOD_INSTR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MCACOD_L3WB;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CPU 域分类器第一行: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  if (is_memory_errcode(ec)) return 0;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业务价值：守住 ECS SLA，收敛故障爆炸半径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故障影响面缩小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整机 → 单核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98%+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受损 ECS 数下降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全量 VM → 1 个 VM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服务恢复加速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分钟级 → 秒级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内核源码改动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纯模块即插即用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4231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测算示例：单数据中心 1 万台计算节点 / 年 CPU 故障率 1% / 单机 60 台 ECS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40480"/>
            <a:ext cx="10332720" cy="42062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840480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840480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无 CFI（现状）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840480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启用 CFI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改善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61104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年受影响 ECS 实例数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61104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61104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261104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681728"/>
            <a:ext cx="103327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81728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 SLA 违约 / 赔付事件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81728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681728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681728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102352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大规模中断事件（同时 50+ VM）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102352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 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102352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0 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5102352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业务价值：内存故障从「看天」到「可治理」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损失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soft offline，业务无感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不宕机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异步 UCE 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页隔离替代 panic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单 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内核态 UCE 甄别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虚机页落点收敛到 1 个 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静默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不可救场景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受控 kdump，现场可回溯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788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10128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故障场景处置对比（同一台宿主机，60 台 ECS）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767328"/>
            <a:ext cx="10332720" cy="3657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7673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673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无 MFI（现状）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7673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启用 MFI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3308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高频页（UCE 前兆）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13308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坐等恶化为 UCE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13308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提前迁移页内容，零损失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9884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449884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发现 UCE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49884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依赖配置，可能整机宕机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449884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页隔离，不宕机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86460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 UCE（虚机页）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86460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整机宕机，60 台全丢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486460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杀 1 台 VM，59 台无感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23036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内核自身数据消费 UCE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523036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整机宕机（或静默损坏）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523036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受控 kdump，保留现场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961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DIMM 介质持续劣化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55961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反复报错直至故障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5961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越限上报，建议疏散+报修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当前进展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内核模块开发完成（x86 + 鲲鹏）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软件注入：错误计数 / 隔离全流程验证通过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51176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1176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MCE 通路：corrected error 接收正常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26664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适配：tolerant 直写 + FMA 接入已实现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8A00"/>
                </a:solidFill>
                <a:latin typeface="Microsoft YaHe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物理机 UCE 拦截端到端验证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落地路线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HCE3 物理机验证：UCE 不宕机、单核隔离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057400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212848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守护进程（含内存事件）+ VM 热迁移联动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70048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25496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SMT/NUMA 感知，多核协同隔离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3282696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438144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MC-safe 内核补丁入 openEuler + 上层调度对接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895344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050792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产品化：打包、服务化、监控大盘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07492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38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70039"/>
                </a:solidFill>
                <a:latin typeface="Microsoft YaHei"/>
              </a:rPr>
              <a:t>所需支持：</a:t>
            </a:r>
            <a:r>
              <a:rPr sz="1350" b="0">
                <a:solidFill>
                  <a:srgbClr val="333333"/>
                </a:solidFill>
                <a:latin typeface="Microsoft YaHei"/>
              </a:rPr>
              <a:t>HCE3 物理测试机资源、内核团队协同确认符号布局、SRE 真实故障场景反馈。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3977639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97763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内存故障域 MFI：预隔离/UCE 甄别开发完成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453128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445312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MFI EINJ 物理机注入验证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让硬件老化不再成为云服务的风险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单核 / 单页故障  ·  自动隔离  ·  守护 ECS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Microsoft YaHei"/>
              </a:rPr>
              <a:t>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华为云  ·  基础设施  ·  弹性计算可靠性专项    |    华为机密 Huawei 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BOUNDED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攻坚点十二：为「海量页」记账，而不是为「百个核」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域的状态对象只有 nr_cpu_ids 个，静态数组即可；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内存域面对的是 TB 级宿主机的数亿个物理页。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事件还来自原子上下文（tracepoint / MCE 通路），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不能睡眠、不能大分配，但页处置本身必须能睡眠。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为每页建状态 → struct page 不可改（ko 约束），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外挂全量表内存失控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无界哈希随错误增长 → 坏 DIMM 风暴打爆内核内存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在事件上下文直接做页迁移 → 原子上下文睡眠，死机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固定容量哈希（1024 项，最坏 ~64KB）+ LRU 淘汰，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在途页（PRE_ISO/POISONED）永不淘汰；OFFLINED 即出表，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 HWPoison 标志做持久事实源；事件路径只做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查表+计数（GFP_ATOMIC），soft offline 等重操作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全部下沉独立 workqueue，卸载时 destroy 自动排空。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core/mfi_core.c  ·  有界表 + 在途保护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容量满: 沿 LRU 找可牺牲项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list_for_each_entry(victim, &amp;lru, lru)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在途页不可淘汰: 丢的是状态,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不是正在执行的隔离动作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(victim-&gt;state == PRE_ISO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victim-&gt;state == POISONED)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continue;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hash_del(&amp;victim-&gt;hash); ...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隔离成功 =&gt; 状态出表, 事实交给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内核持久标志, 表只存"进行中"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(success)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mfi_page_remove(e);  /* PageHWPoison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             为准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事件路径: GFP_ATOMIC + spinlock,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页迁移下沉 mfi_offline workqueue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EVENT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攻坚点十三：四个事件源，一个事实——融合与归一化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同一个物理错误可能同时从四个口进来：MCE decode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chain（x86）、EDAC mc_event（带 DIMM label）、GHES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（arm64）、FMA（HCE3）。地址语义不一（MCi_ADDR vs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EDAC 解码地址）、信息互补（有的带 label 无 PFN，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有的带 PFN 无 label）、EDAC 不区分是否已消费。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只挑一个源 → x86 丢 DIMM 定位，arm64 丢一切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多源各自处理 → 同一错误重复计数、重复隔离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tracepoint 原型逐参数硬匹配，内核版本间漂移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→ 编译期不报错，运行时探针静默错位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全部归一到 mfi_mem_error{pfn,type,flags,label}：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消费语义只信 MCE/SEA（AR 位），EDAC UCE 一律按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异步处理交给 HWPoison 判重兜底；无地址的 mc_event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只做介质记账；探针签名对照目标内核 ras_event.h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校验，注册失败降级为「该源不可用」而非整体失败。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core/mfi_dimm.c  ·  归一化与降级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EDAC 视角没有"是否已消费":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一律按 deferred 报, 由 HWPoison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判重避免与 MCE 路径双重处置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case HW_EVENT_ERR_UNCORRECTED: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err.type = MFI_MEM_UCE_DEFERRED;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信息互补: 无地址 =&gt; 只记介质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(!address)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mfi_dimm_account(label, uce);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err.pfn = address &gt;&gt; PAGE_SHIFT;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源不可用 != 模块失败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(register_trace_mc_event(..))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pr_warn("DIMM accounting off");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0;  /* MCE/GHES 路径仍在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TESTABILITY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攻坚点十四：如何测试一条「判决可能是 panic」的路径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甄别引擎的一半出口是 panic——跑一次错判决，测试机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就没了；真实 UCE 需要 EINJ 物理机，迭代以天计；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页隔离会真杀进程，随机选靶页可能误伤测试环境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自身。逻辑正确性不能依赖「上机碰运气」。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全靠物理机硬注入 → 一轮迭代一天，判决表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组合根本扫不全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mock 内核接口做单测 → mock 与真实语义漂移，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测的是 mock 不是代码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四层金字塔：① 判决逻辑抽成零内核依赖纯函数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（mfi_policy.h），内核与单测共享同一份实现，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18 用例扫全判决表；② debugfs 注入走真实处置路径；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ownpage 工具 mmap+mlock 自报 PFN，杀的只是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牺牲进程；④ EINJ 物理机只验通路，不验逻辑。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test/  ·  分层验证（逻辑与通路解耦）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L1: 纯函数单测, 内核同源同实现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#include "../../kernel/core/mfi_policy.h"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CHECK(decide(PG_USER,  1, 0) == RECOVER);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CHECK(decide(PG_KERNEL,1, 0) == PANIC);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CHECK(decide(PG_USER,  0, 0) == PANIC);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... 18 cases, 全绿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L2: 真实路径, 软件触发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echo "domain=mem pfn=$PFN type=uce_srao"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&gt; /sys/kernel/debug/cfi/inject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L3: 靶页自备, 误伤面=1个牺牲进程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$ ./ownpage &amp;   # 输出 pfn=0x1a2b3c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$ mem_inject.sh --type uce_srar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L4: EINJ 物理机, 只验硬件通路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echo 0x10 &gt; .../einj/error_type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