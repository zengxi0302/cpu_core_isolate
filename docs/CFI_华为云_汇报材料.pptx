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8B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HUAWEI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CPU 核心故障自隔离（CFI）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FFFFFF"/>
                </a:solidFill>
                <a:latin typeface="Microsoft YaHei"/>
              </a:rPr>
              <a:t>硬件老化时代的云服务高可用保障方案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728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Microsoft YaHei"/>
              </a:rPr>
              <a:t>面向服役 5 年 + / 7 年 + 的存量计算节点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Microsoft YaHei"/>
              </a:rPr>
              <a:t>让单核硬件故障不再拖垮整机，守住 ECS SLA 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73152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华为云  ·  基础设施  ·  弹性计算（ECS）可靠性专项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4015" y="5989320"/>
            <a:ext cx="36576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版本 v0.2  |  2026-06</a:t>
            </a:r>
          </a:p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华为机密 Huawei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汇报内容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55448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8840" y="150876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背景与挑战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0299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硬件老化带来的可靠性风险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55448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50876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问题分析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0299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为什么单核故障会拖垮整机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8036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306324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48840" y="301752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解决方案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53872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CPU 故障自隔离三层防御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8036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06324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301752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技术实现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53872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关键技术与内核适配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8912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457200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452628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业务价值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0474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SLA 保障与 ROI 量化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38912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457200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20" y="452628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进展与规划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0474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当前状态与落地路线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背景：硬件服役年限拉长，故障率持续攀升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43000"/>
            <a:ext cx="107899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随着数据中心存量服务器进入 5 年 + / 7 年 + 服役期，CPU、Cache 等核心器件进入故障高发期。硬件故障已从「小概率事件」变为「必然发生的常态」。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3429000" cy="5486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0–3 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5A9E"/>
                </a:solidFill>
                <a:latin typeface="Microsoft YaHei"/>
              </a:rPr>
              <a:t>磨合期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故障率低而平稳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器件处于稳定服役阶段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057400"/>
            <a:ext cx="3429000" cy="5486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3–5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E88A00"/>
                </a:solidFill>
                <a:latin typeface="Microsoft YaHei"/>
              </a:rPr>
              <a:t>稳定期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故障率缓慢上升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开始出现偶发 Cache 错误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2057400"/>
            <a:ext cx="3429000" cy="5486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5 年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老化期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故障率显著抬升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UCE / 锁核事件成倍增加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206240"/>
            <a:ext cx="10789920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206240"/>
            <a:ext cx="109728" cy="13716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343400"/>
            <a:ext cx="102412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70039"/>
                </a:solidFill>
                <a:latin typeface="Microsoft YaHei"/>
              </a:rPr>
              <a:t>核心矛盾：</a:t>
            </a:r>
            <a:r>
              <a:rPr sz="1500" b="0">
                <a:solidFill>
                  <a:srgbClr val="333333"/>
                </a:solidFill>
                <a:latin typeface="Microsoft YaHei"/>
              </a:rPr>
              <a:t>一颗 CPU 核心的硬件故障，按现有内核机制会触发整机 panic 宕机，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333333"/>
                </a:solidFill>
                <a:latin typeface="Microsoft YaHei"/>
              </a:rPr>
              <a:t>牵连该宿主机上承载的全部 </a:t>
            </a:r>
            <a:r>
              <a:rPr sz="1500" b="1">
                <a:solidFill>
                  <a:srgbClr val="C70039"/>
                </a:solidFill>
                <a:latin typeface="Microsoft YaHei"/>
              </a:rPr>
              <a:t>50~100+ 台 ECS 实例</a:t>
            </a:r>
            <a:r>
              <a:rPr sz="1500" b="0">
                <a:solidFill>
                  <a:srgbClr val="333333"/>
                </a:solidFill>
                <a:latin typeface="Microsoft YaHei"/>
              </a:rPr>
              <a:t>，造成大规模服务中断与 SLA 违约。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6666"/>
                </a:solidFill>
                <a:latin typeface="Microsoft YaHei"/>
              </a:rPr>
              <a:t>硬件越老，这种「一核坏、全机停」的事件越频繁，风险敞口持续放大。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问题分析：为什么单核故障会拖垮整机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根因在于内核 MCE（Machine Check Exception）处理流程的时序：致命错误在「分发到处理链」之前就已触发 panic。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CPU Cache 发生 UCE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（不可纠正错误）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496312"/>
            <a:ext cx="5486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974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do_machine_check()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评估错误严重性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410712"/>
            <a:ext cx="5486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118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E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118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严重性 = 致命？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26280"/>
            <a:ext cx="393192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26280"/>
            <a:ext cx="39319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是 → mce_panic() → 整机宕机</a:t>
            </a:r>
          </a:p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全部 ECS 丢失  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1783080"/>
            <a:ext cx="5943600" cy="42976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96596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关键洞察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2468880"/>
            <a:ext cx="54864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①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致命 MCE 在第 2 步就调用 mce_panic()，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系统直接死亡，</a:t>
            </a:r>
            <a:r>
              <a:rPr sz="1400" b="1">
                <a:solidFill>
                  <a:srgbClr val="C70039"/>
                </a:solidFill>
                <a:latin typeface="Microsoft YaHei"/>
              </a:rPr>
              <a:t>根本走不到错误处理链。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②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常规的 MCE 处理链注册（decode chain）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在 panic 之后才执行，</a:t>
            </a:r>
            <a:r>
              <a:rPr sz="1400" b="1">
                <a:solidFill>
                  <a:srgbClr val="C70039"/>
                </a:solidFill>
                <a:latin typeface="Microsoft YaHei"/>
              </a:rPr>
              <a:t>时机太晚。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③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硬锁 / 软锁同理：内核 watchdog 直接 panic，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不给隔离单核的机会。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7D32"/>
                </a:solidFill>
                <a:latin typeface="Microsoft YaHei"/>
              </a:rPr>
              <a:t>➜ </a:t>
            </a:r>
            <a:r>
              <a:rPr sz="1400" b="1">
                <a:solidFill>
                  <a:srgbClr val="1A1A1A"/>
                </a:solidFill>
                <a:latin typeface="Microsoft YaHei"/>
              </a:rPr>
              <a:t>必须在 panic「发生之前」就拦截，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    并把故障范围收敛到单个 CPU 核心。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解决方案：CPU 故障自隔离三层防御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7899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以内核模块（cpu_fault_isolate.ko）形式交付，不修改内核源码，即插即用。通过「拦截 → 检测 → 隔离」三层协同，把整机故障收敛为单核隔离。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3429000" cy="6400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第一层  ·  拦截 Panic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C70039"/>
                </a:solidFill>
                <a:latin typeface="Microsoft YaHei"/>
              </a:rPr>
              <a:t>在故障触发宕机之前抢先拦截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提升 MCE tolerant 等级，阻止 mce_panic()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关闭 softlockup / hardlockup 自动 panic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兼容 HCE3：内核变量直写 + 符号探测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232" y="324612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D9D9D9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828800"/>
            <a:ext cx="3429000" cy="64008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第二层  ·  检测故障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005A9E"/>
                </a:solidFill>
                <a:latin typeface="Microsoft YaHei"/>
              </a:rPr>
              <a:t>全量捕获 CPU/Cache 硬件错误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x86 MCE 处理链 + 华为 FMA 框架钩子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鲲鹏 GHES / APEI 错误上报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自建心跳检测硬锁 / 软锁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5552" y="324612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D9D9D9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828800"/>
            <a:ext cx="342900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第三层  ·  隔离单核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E7D32"/>
                </a:solidFill>
                <a:latin typeface="Microsoft YaHei"/>
              </a:rPr>
              <a:t>把故障核摘除，保全其余算力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自动下线（offline）故障 CPU 核心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在健康 CPU 上执行隔离动作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通知上层调度，触发 VM 热迁移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效果：从「整机宕机」到「单核隔离」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21208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5212080" cy="50292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43584"/>
            <a:ext cx="5212080" cy="4846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现状：无 CFI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93976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0632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47288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93976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93976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70632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70632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47288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7288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17320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93976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93976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70632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0632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47288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47288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17320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93976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93976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70632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70632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47288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47288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5074920"/>
            <a:ext cx="48463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C70039"/>
                </a:solidFill>
                <a:latin typeface="Microsoft YaHei"/>
              </a:rPr>
              <a:t>一核故障 → 整机 panic → 全部 VM 丢失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017520"/>
            <a:ext cx="5486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i="0">
                <a:solidFill>
                  <a:srgbClr val="C70039"/>
                </a:solidFill>
                <a:latin typeface="Microsoft YaHei"/>
              </a:rPr>
              <a:t>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1234440"/>
            <a:ext cx="4937760" cy="4297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37960" y="1234440"/>
            <a:ext cx="4937760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1243584"/>
            <a:ext cx="4937760" cy="4846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方案：启用 CFI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69480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6136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46136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22792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22792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99448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99448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69480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69480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46136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46136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22792" y="2688336"/>
            <a:ext cx="566928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22792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99448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9448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69480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69480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46136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46136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22792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22792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299448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99448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9480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69480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46136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46136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22792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622792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99448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299448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20840" y="5074920"/>
            <a:ext cx="45720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D32"/>
                </a:solidFill>
                <a:latin typeface="Microsoft YaHei"/>
              </a:rPr>
              <a:t>仅隔离故障核 → 丢 1 VM → 其余照常运行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技术实现：关键技术与华为内核适配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344168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Panic 时机拦截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764792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在 MCE 处理注册前先调高 tolerant 等级，使致命错误流入处理链而非直接宕机；锁核 panic 同步关闭，改由模块接管。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234440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234440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44168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HCE3 内核适配（核心难点）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64792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HCE3 移除了 tolerant 的 sysfs 接口。方案通过 kprobe 探测内核符号地址，直接安全地修改内核变量，同一模块兼容上游与华为定制内核。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98064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798064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907792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华为 FMA 框架集成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3328416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运行时探测并接入 HCE3 的 fma_mce_do_chain / mce_panic_chain，获得更早的故障通知与最后防线日志，与华为故障管理体系协同。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2798064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2798064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907792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跨核安全隔离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328416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故障核可能已失能，隔离动作经工作队列调度到健康 CPU 执行 offline，自动迁移任务与中断，杜绝「自己摘自己」的死锁。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361688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361688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471416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独立锁核检测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4892040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自建 per-CPU 心跳（硬件中断维度）+ 内核线程（调度维度）双重探测，锁核事件单次即触发隔离，不依赖内核 watchdog。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0488" y="4361688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0488" y="4361688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471416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用户态协作隔离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892040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通过 netlink 上报状态，给守护进程留出窗口热迁移 VM；超时未响应则强制下线，确保兜底。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业务价值：守住 ECS SLA，收敛故障爆炸半径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100×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故障影响面缩小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整机 → 单核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98%+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受损 ECS 数下降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全量 VM → 1 个 VM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5624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10×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服务恢复加速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分钟级 → 秒级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0536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60536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0536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内核源码改动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0536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纯模块即插即用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200400"/>
            <a:ext cx="10789920" cy="242316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37560"/>
            <a:ext cx="100584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测算示例：单数据中心 1 万台计算节点 / 年 CPU 故障率 1% / 单机 60 台 ECS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840480"/>
            <a:ext cx="10332720" cy="42062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840480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指标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840480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无 CFI（现状）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840480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启用 CFI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3840480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改善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261104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年受影响 ECS 实例数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261104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6,000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261104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4261104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98.3%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681728"/>
            <a:ext cx="103327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681728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年 SLA 违约 / 赔付事件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681728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6,000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4681728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4681728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98.3%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102352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大规模中断事件（同时 50+ VM）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102352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 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0" y="5102352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0 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60" y="5102352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进展与规划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当前进展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00200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内核模块开发完成（x86 + 鲲鹏）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75688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075688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软件注入：错误计数 / 隔离全流程验证通过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51176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51176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MCE 通路：corrected error 接收正常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26664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026664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HCE3 适配：tolerant 直写 + FMA 接入已实现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02152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8A00"/>
                </a:solidFill>
                <a:latin typeface="Microsoft YaHei"/>
              </a:rPr>
              <a:t>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2152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HCE3 物理机 UCE 拦截端到端验证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落地路线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600200"/>
            <a:ext cx="822960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00200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1600200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HCE3 物理机验证：UCE 不宕机、单核隔离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12280" y="2057400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46520" y="2212848"/>
            <a:ext cx="82296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21284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212848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守护进程 + VM 热迁移联动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2670048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6520" y="2825496"/>
            <a:ext cx="82296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825496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825496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SMT/NUMA 感知，多核协同隔离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12280" y="3282696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3438144"/>
            <a:ext cx="822960" cy="4572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438144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438144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对接上层调度（弹性伸缩 / 编排）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12280" y="3895344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4050792"/>
            <a:ext cx="822960" cy="4572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050792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4050792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产品化：打包、服务化、监控大盘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5074920"/>
            <a:ext cx="107899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" y="5074920"/>
            <a:ext cx="109728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3892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C70039"/>
                </a:solidFill>
                <a:latin typeface="Microsoft YaHei"/>
              </a:rPr>
              <a:t>所需支持：</a:t>
            </a:r>
            <a:r>
              <a:rPr sz="1350" b="0">
                <a:solidFill>
                  <a:srgbClr val="333333"/>
                </a:solidFill>
                <a:latin typeface="Microsoft YaHei"/>
              </a:rPr>
              <a:t>HCE3 物理测试机资源、内核团队协同确认符号布局、SRE 真实故障场景反馈。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Microsoft YaHei"/>
              </a:rPr>
              <a:t>让硬件老化不再成为云服务的风险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单核故障  ·  自动隔离  ·  守护 ECS SLA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75488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1A1A1A"/>
                </a:solidFill>
                <a:latin typeface="Microsoft YaHei"/>
              </a:rPr>
              <a:t>谢 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华为云  ·  基础设施  ·  弹性计算可靠性专项    |    华为机密 Huawei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