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8B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HUAWEI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CPU 核心故障自隔离（CFI）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Microsoft YaHei"/>
              </a:rPr>
              <a:t>硬件老化时代的云服务高可用保障方案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728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面向服役 5 年 + / 7 年 + 的存量计算节点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让单核硬件故障不再拖垮整机，守住 ECS SLA 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华为云  ·  基础设施  ·  弹性计算（ECS）可靠性专项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4015" y="5989320"/>
            <a:ext cx="36576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版本 v0.2  |  2026-06</a:t>
            </a:r>
          </a:p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华为机密 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汇报内容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背景与挑战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硬件老化带来的可靠性风险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问题分析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为什么单核故障会拖垮整机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4884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解决方案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CPU 故障自隔离三层防御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技术实现 / 深潜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关键技术与五大攻坚点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业务价值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SLA 保障与 ROI 量化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当前状态与落地路线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背景：硬件服役年限拉长，故障率持续攀升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随着数据中心存量服务器进入 5 年 + / 7 年 + 服役期，CPU、Cache 等核心器件进入故障高发期。硬件故障已从「小概率事件」变为「必然发生的常态」。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342900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0–3 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5A9E"/>
                </a:solidFill>
                <a:latin typeface="Microsoft YaHei"/>
              </a:rPr>
              <a:t>磨合期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故障率低而平稳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器件处于稳定服役阶段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057400"/>
            <a:ext cx="342900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3–5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E88A00"/>
                </a:solidFill>
                <a:latin typeface="Microsoft YaHei"/>
              </a:rPr>
              <a:t>稳定期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故障率缓慢上升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开始出现偶发 Cache 错误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2057400"/>
            <a:ext cx="342900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5 年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老化期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故障率显著抬升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UCE / 锁核事件成倍增加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206240"/>
            <a:ext cx="10789920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206240"/>
            <a:ext cx="109728" cy="13716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343400"/>
            <a:ext cx="102412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70039"/>
                </a:solidFill>
                <a:latin typeface="Microsoft YaHei"/>
              </a:rPr>
              <a:t>核心矛盾：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一颗 CPU 核心的硬件故障，按现有内核机制会触发整机 panic 宕机，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33333"/>
                </a:solidFill>
                <a:latin typeface="Microsoft YaHei"/>
              </a:rPr>
              <a:t>牵连该宿主机上承载的全部 </a:t>
            </a:r>
            <a:r>
              <a:rPr sz="1500" b="1">
                <a:solidFill>
                  <a:srgbClr val="C70039"/>
                </a:solidFill>
                <a:latin typeface="Microsoft YaHei"/>
              </a:rPr>
              <a:t>50~100+ 台 ECS 实例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，造成大规模服务中断与 SLA 违约。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6666"/>
                </a:solidFill>
                <a:latin typeface="Microsoft YaHei"/>
              </a:rPr>
              <a:t>硬件越老，这种「一核坏、全机停」的事件越频繁，风险敞口持续放大。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问题分析：为什么单核故障会拖垮整机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根因在于内核 MCE（Machine Check Exception）处理流程的时序：致命错误在「分发到处理链」之前就已触发 panic。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CPU Cache 发生 UCE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（不可纠正错误）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4963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do_machine_check()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评估错误严重性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4107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严重性 = 致命？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是 → mce_panic() → 整机宕机</a:t>
            </a:r>
          </a:p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全部 ECS 丢失  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783080"/>
            <a:ext cx="5943600" cy="42976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9659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关键洞察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2468880"/>
            <a:ext cx="5486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①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致命 MCE 在第 2 步就调用 mce_panic()，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系统直接死亡，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根本走不到错误处理链。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②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常规的 MCE 处理链注册（decode chain）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在 panic 之后才执行，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时机太晚。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③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硬锁 / 软锁同理：内核 watchdog 直接 panic，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不给隔离单核的机会。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</a:rPr>
              <a:t>➜ 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必须在 panic「发生之前」就拦截，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    并把故障范围收敛到单个 CPU 核心。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解决方案：CPU 故障自隔离三层防御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以内核模块（cpu_fault_isolate.ko）形式交付，不修改内核源码，即插即用。通过「拦截 → 检测 → 隔离」三层协同，把整机故障收敛为单核隔离。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3429000" cy="6400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第一层  ·  拦截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C70039"/>
                </a:solidFill>
                <a:latin typeface="Microsoft YaHei"/>
              </a:rPr>
              <a:t>在故障触发宕机之前抢先拦截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提升 MCE tolerant 等级，阻止 mce_panic()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关闭 softlockup / hardlockup 自动 panic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兼容 HCE3：内核变量直写 + 符号探测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3429000" cy="64008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第二层  ·  检测故障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005A9E"/>
                </a:solidFill>
                <a:latin typeface="Microsoft YaHei"/>
              </a:rPr>
              <a:t>全量捕获 CPU/Cache 硬件错误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x86 MCE 处理链 + 华为 FMA 框架钩子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鲲鹏 GHES / APEI 错误上报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自建心跳检测硬锁 / 软锁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828800"/>
            <a:ext cx="342900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第三层  ·  隔离单核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E7D32"/>
                </a:solidFill>
                <a:latin typeface="Microsoft YaHei"/>
              </a:rPr>
              <a:t>把故障核摘除，保全其余算力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自动下线（offline）故障 CPU 核心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在健康 CPU 上执行隔离动作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通知上层调度，触发 VM 热迁移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效果：从「整机宕机」到「单核隔离」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120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5212080" cy="50292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43584"/>
            <a:ext cx="521208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现状：无 CFI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07492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C70039"/>
                </a:solidFill>
                <a:latin typeface="Microsoft YaHei"/>
              </a:rPr>
              <a:t>一核故障 → 整机 panic → 全部 VM 丢失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017520"/>
            <a:ext cx="5486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C70039"/>
                </a:solidFill>
                <a:latin typeface="Microsoft YaHei"/>
              </a:rPr>
              <a:t>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1234440"/>
            <a:ext cx="493776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37960" y="1234440"/>
            <a:ext cx="493776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1243584"/>
            <a:ext cx="493776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方案：启用 CFI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5074920"/>
            <a:ext cx="45720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D32"/>
                </a:solidFill>
                <a:latin typeface="Microsoft YaHei"/>
              </a:rPr>
              <a:t>仅隔离故障核 → 丢 1 VM → 其余照常运行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技术实现：关键技术与华为内核适配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Panic 时机拦截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在 MCE 处理注册前先调高 tolerant 等级，使致命错误流入处理链而非直接宕机；锁核 panic 同步关闭，改由模块接管。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HCE3 内核适配（核心难点）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HCE3 移除了 tolerant 的 sysfs 接口。方案通过 kprobe 探测内核符号地址，直接安全地修改内核变量，同一模块兼容上游与华为定制内核。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华为 FMA 框架集成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运行时探测并接入 HCE3 的 fma_mce_do_chain / mce_panic_chain，获得更早的故障通知与最后防线日志，与华为故障管理体系协同。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跨核安全隔离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故障核可能已失能，隔离动作经工作队列调度到健康 CPU 执行 offline，自动迁移任务与中断，杜绝「自己摘自己」的死锁。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独立锁核检测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自建 per-CPU 心跳（硬件中断维度）+ 内核线程（调度维度）双重探测，锁核事件单次即触发隔离，不依赖内核 watchdog。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0488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用户态协作隔离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通过 netlink 上报状态，给守护进程留出窗口热迁移 VM；超时未响应则强制下线，确保兜底。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91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Arial"/>
              </a:rPr>
              <a:t>TECHNICAL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技术深潜：五大攻坚点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D9D9D9"/>
                </a:solidFill>
                <a:latin typeface="Microsoft YaHei"/>
              </a:rPr>
              <a:t>面向技术评审 —— 难在哪里、常规做法为何失效、我们如何攻克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0B0B0"/>
                </a:solidFill>
                <a:latin typeface="Microsoft YaHei"/>
              </a:rPr>
              <a:t>Panic 时序拦截   ·   内核符号直写   ·   华为 FMA 逆向集成   ·   跨核并发隔离   ·   双探针锁核检测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攻坚点一：抢在 mce_panic() 之前夺回控制权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致命 MCE 的处理是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不可逆的「一锤子」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do_machine_check() 在 NMI 类上下文中同步判定严重性，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一旦 worst ≥ PANIC 级别立即 mce_panic()，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此后 CPU 不再返回，任何后置 handler 都是空谈。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0156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注册 MCE decode chain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时机在 panic 之后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调 sysfs tolerant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HCE3 已移除该接口（见 T2）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改内核源码 —— 存量节点无法热更，不可接受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032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加载即把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mce_tolerant 提到 3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，让致命 MCE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降级为「可处理」而流入 decode chain；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notifier 优先级抬到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MCE_PRIO_EDAC + 1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抢在其它消费者之前启动隔离。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do_machine_check 时序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do_machine_check() 内核逻辑（简化）*/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worst = mce_severity(&amp;m, ...);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if (worst &gt;= MCE_PANIC_SEVERITY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 &amp;&amp; tolerant &lt; 3)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 mce_panic("Fatal MCE", ...);  // 宕机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    /*  ↑ tolerant=3 时跳过本行 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CFI: 抬高 notifier 抢占时机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struct notifier_block cfi_mce_nb =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.notifier_call = cfi_x86_mce_notifier,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.priority = MCE_PRIO_EDAC + 1,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mce_register_decode_chain(&amp;cfi_mce_nb);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KALLSYMS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攻坚点二：HCE3 抹掉了 sysfs，如何安全改内核变量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8288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▎难点（本项目最硬核）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华为 HCE3 定制内核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删除了 tolerant 的 sysfs 节点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用户态无任何官方入口可改它。而内核变量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mce_tolerant 是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static、未导出符号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且 kallsyms_lookup_name() 自 5.7 起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不再导出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模块拿不到它的地址 —— 看似死路。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20040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200400"/>
            <a:ext cx="82296" cy="12344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1012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▎关键突破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675888"/>
            <a:ext cx="4937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借道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kprobe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：注册一个以符号名为目标的探针，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内核会替我们完成符号解析并回填 kp.addr，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立即注销探针 ——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零副作用地「借」到地址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26280"/>
            <a:ext cx="5349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82296" cy="13258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360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▎工程化兜底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001768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双名探测：mce_tolerant / tolerant 容错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保存原值，模块卸载时精确还原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sysfs 可用时优先走标准路径，directw 为后备</a:t>
            </a:r>
          </a:p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→ 同一个 .ko 同时兼容上游内核与 HCE3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kernel/core/cfi_panic_suppress.c  ·  符号直写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用 kprobe 偷取未导出符号地址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unsigned long lookup(const char *n)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struct kprobe kp = { .symbol_name = n 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if (register_kprobe(&amp;kp) &lt; 0)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return 0;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unsigned long a = (unsigned long)kp.addr;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unregister_kprobe(&amp;kp);   // 立即注销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return a;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直写内核变量，绕过缺失的 sysfs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int *p = (int *)lookup("mce_tolerant");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orig = *p;          // 备份用于还原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*p   = 3;           // 阻止 mce_panic()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FMA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攻坚点三：运行时探测并接入华为 FMA 故障框架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HCE3 内核内置了华为自有的 FMA（Fault Management Architecture）故障管理框架，提供了上游内核没有的额外通知点。挑战在于：这些符号无公开头文件、无文档，且必须做到「有则用、无则跳过」，绝不能让模块在上游内核上加载失败。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3456432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fma_mce_do_chain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05A9E"/>
                </a:solidFill>
                <a:latin typeface="Microsoft YaHei"/>
              </a:rPr>
              <a:t>do_machine_check() 内部触发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最早期的 MCE 事件捕获点，比标准 decode chain 更靠前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2011680"/>
            <a:ext cx="3456432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mce_tolerant 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70039"/>
                </a:solidFill>
                <a:latin typeface="Microsoft YaHei"/>
              </a:rPr>
              <a:t>severity 判定时读取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T2 直写的目标，决定是否 panic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2011680"/>
            <a:ext cx="3456432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mce_panic_chain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333333"/>
                </a:solidFill>
                <a:latin typeface="Microsoft YaHei"/>
              </a:rPr>
              <a:t>mce_panic() 执行前回调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最后防线：兜底诊断日志，留存现场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977639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977639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FMA 运行时集成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4288535"/>
            <a:ext cx="10789920" cy="1563623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" y="4379975"/>
            <a:ext cx="10479024" cy="1380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运行时探测：有则注册，无则静默跳过 —— 单一 .ko 兼容上游 + HCE3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addr = lookup("fma_register_mce_do_chain");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if (addr) {                       // 仅 HCE3 命中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void (*reg)(struct notifier_block *) = (void *)addr;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reg(&amp;cfi_fma_nb);             // 接入华为 FMA 早期通知链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fma_chain_registered = true;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}                                 // 上游内核：addr=0，自动降级为标准路径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CONCURRENCY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攻坚点四：在「正在故障的核」上安全地摘掉它自己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22402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▎三重约束彼此打架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错误回调可能在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NMI / 原子上下文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绝对不能睡眠、不能直接 cpu_down()；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cpu_down() / remove_cpu()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必须在进程上下文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③ 故障核若已硬锁，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它的 workqueue 根本不转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把隔离任务派给它 = 任务永远不执行；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④ 还要防止把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最后一个在线核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也摘掉。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1188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611880"/>
            <a:ext cx="82296" cy="22402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7216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▎解法：延迟 + 异核调度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8736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错误上下文只做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状态迁移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，把下线动作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甩进 work_struct 延后执行（脱离原子上下文）；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紧急场景用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queue_work_on(健康核)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确保隔离逻辑跑在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能动的 CPU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上；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cpumask_any_but() 选靶核，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并兜底拒绝「自隔离最后一核」。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异核延迟隔离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/* 故障核可能正硬锁 → 不能派给它自己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(urgent &amp;&amp;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raw_smp_processor_id() == cpu)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target =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cpumask_any_but(cpu_online_mask, cpu);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if (target &gt;= nr_cpu_ids)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  return;  // 拒绝摘掉最后一核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queue_work_on(target, system_wq,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            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 else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schedule_work(&amp;ci-&gt;offline_work);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work 内才调 remove_cpu() —— 进程上下文 */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WATCHDOG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攻坚点五：自建双探针，正交识别硬锁与软锁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关闭了内核 watchdog 的 panic 后，必须自己「补位」检测锁核。难点在于：检测器自身可能也跑在故障核上而一同失效。方案用两路正交探针 + 异核裁决，避免「检测者和被检测者同归于尽」。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5257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525780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52578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探针 A · 硬中断维度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06040"/>
            <a:ext cx="475488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Per-CPU hrtimer 每 4s 自增心跳计数。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一个独立的全局 monitor 跑在健康核上，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巡检各核心跳是否「卡住」——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连续 30s 不增长 → 判定硬锁（hardlockup）。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本质：硬中断都进不来，CPU 真的卡死了。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011680"/>
            <a:ext cx="5257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011680"/>
            <a:ext cx="5257800" cy="45720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020824"/>
            <a:ext cx="52578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探针 B · 调度维度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06040"/>
            <a:ext cx="475488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Per-CPU kthread 每 4s 刷新一次时间戳。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hrtimer 回调里检查该时间戳是否过期 ——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心跳在转但线程调度不动 → 判定软锁。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本质：中断正常，但调度器饿死了任务。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10789920" cy="13258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4526280"/>
            <a:ext cx="109728" cy="1325880"/>
          </a:xfrm>
          <a:prstGeom prst="rect">
            <a:avLst/>
          </a:prstGeom>
          <a:solidFill>
            <a:srgbClr val="6BD4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63440"/>
            <a:ext cx="102412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6BD4A0"/>
                </a:solidFill>
                <a:latin typeface="Microsoft YaHei"/>
              </a:rPr>
              <a:t>设计精髓  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两路探针正交覆盖「中断层」与「调度层」两类失效模式；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E0E0E0"/>
                </a:solidFill>
                <a:latin typeface="Microsoft YaHei"/>
              </a:rPr>
              <a:t>裁决逻辑特意运行在</a:t>
            </a:r>
            <a:r>
              <a:rPr sz="1250" b="1">
                <a:solidFill>
                  <a:srgbClr val="6BD4A0"/>
                </a:solidFill>
                <a:latin typeface="Microsoft YaHei"/>
              </a:rPr>
              <a:t>异核（健康 CPU）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上，被测核即使完全死锁也能被外部判定并隔离；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E0E0E0"/>
                </a:solidFill>
                <a:latin typeface="Microsoft YaHei"/>
              </a:rPr>
              <a:t>锁核事件</a:t>
            </a:r>
            <a:r>
              <a:rPr sz="1250" b="1">
                <a:solidFill>
                  <a:srgbClr val="FF9D6B"/>
                </a:solidFill>
                <a:latin typeface="Microsoft YaHei"/>
              </a:rPr>
              <a:t>单次即触发，跳过常规阈值累计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——— CPU 已不可用，没有「容忍」的余地。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业务价值：守住 ECS SLA，收敛故障爆炸半径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故障影响面缩小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整机 → 单核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98%+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受损 ECS 数下降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全量 VM → 1 个 VM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服务恢复加速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分钟级 → 秒级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内核源码改动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纯模块即插即用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4231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测算示例：单数据中心 1 万台计算节点 / 年 CPU 故障率 1% / 单机 60 台 ECS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840480"/>
            <a:ext cx="10332720" cy="42062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840480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指标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840480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无 CFI（现状）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840480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启用 CFI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840480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改善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261104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年受影响 ECS 实例数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61104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61104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261104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681728"/>
            <a:ext cx="103327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81728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 SLA 违约 / 赔付事件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681728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681728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4681728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102352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大规模中断事件（同时 50+ VM）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102352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 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5102352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0 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5102352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当前进展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内核模块开发完成（x86 + 鲲鹏）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75688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75688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软件注入：错误计数 / 隔离全流程验证通过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51176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51176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MCE 通路：corrected error 接收正常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26664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26664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适配：tolerant 直写 + FMA 接入已实现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8A00"/>
                </a:solidFill>
                <a:latin typeface="Microsoft YaHei"/>
              </a:rPr>
              <a:t>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2152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物理机 UCE 拦截端到端验证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落地路线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600200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HCE3 物理机验证：UCE 不宕机、单核隔离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057400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212848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守护进程 + VM 热迁移联动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670048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25496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SMT/NUMA 感知，多核协同隔离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3282696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438144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对接上层调度（弹性伸缩 / 编排）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12280" y="3895344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050792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产品化：打包、服务化、监控大盘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507492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507492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38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C70039"/>
                </a:solidFill>
                <a:latin typeface="Microsoft YaHei"/>
              </a:rPr>
              <a:t>所需支持：</a:t>
            </a:r>
            <a:r>
              <a:rPr sz="1350" b="0">
                <a:solidFill>
                  <a:srgbClr val="333333"/>
                </a:solidFill>
                <a:latin typeface="Microsoft YaHei"/>
              </a:rPr>
              <a:t>HCE3 物理测试机资源、内核团队协同确认符号布局、SRE 真实故障场景反馈。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故障自隔离（CFI）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让硬件老化不再成为云服务的风险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单核故障  ·  自动隔离  ·  守护 ECS 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Microsoft YaHei"/>
              </a:rPr>
              <a:t>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华为云  ·  基础设施  ·  弹性计算可靠性专项    |    华为机密 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